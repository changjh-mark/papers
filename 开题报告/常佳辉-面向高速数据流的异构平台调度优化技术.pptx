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20" r:id="rId1"/>
  </p:sldMasterIdLst>
  <p:notesMasterIdLst>
    <p:notesMasterId r:id="rId21"/>
  </p:notesMasterIdLst>
  <p:sldIdLst>
    <p:sldId id="12909" r:id="rId2"/>
    <p:sldId id="13181" r:id="rId3"/>
    <p:sldId id="13151" r:id="rId4"/>
    <p:sldId id="13150" r:id="rId5"/>
    <p:sldId id="13149" r:id="rId6"/>
    <p:sldId id="13177" r:id="rId7"/>
    <p:sldId id="13182" r:id="rId8"/>
    <p:sldId id="13183" r:id="rId9"/>
    <p:sldId id="13184" r:id="rId10"/>
    <p:sldId id="13185" r:id="rId11"/>
    <p:sldId id="13189" r:id="rId12"/>
    <p:sldId id="13186" r:id="rId13"/>
    <p:sldId id="13190" r:id="rId14"/>
    <p:sldId id="13187" r:id="rId15"/>
    <p:sldId id="13191" r:id="rId16"/>
    <p:sldId id="13188" r:id="rId17"/>
    <p:sldId id="13192" r:id="rId18"/>
    <p:sldId id="13193" r:id="rId19"/>
    <p:sldId id="12851" r:id="rId20"/>
  </p:sldIdLst>
  <p:sldSz cx="9144000" cy="6858000" type="screen4x3"/>
  <p:notesSz cx="7315200" cy="9601200"/>
  <p:defaultTex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宋体"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宋体"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宋体"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宋体"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510">
          <p15:clr>
            <a:srgbClr val="A4A3A4"/>
          </p15:clr>
        </p15:guide>
        <p15:guide id="2" pos="2923">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 L" initials="XL" lastIdx="2" clrIdx="0"/>
  <p:cmAuthor id="2" name="qgj77@hotmail.com" initials="qgj77" lastIdx="3" clrIdx="1"/>
  <p:cmAuthor id="3" name="Microsoft Office 用户" initials="Office" lastIdx="1" clrIdx="2"/>
</p:cmAuthorLst>
</file>

<file path=ppt/presProps.xml><?xml version="1.0" encoding="utf-8"?>
<p:presentationPr xmlns:a="http://schemas.openxmlformats.org/drawingml/2006/main" xmlns:r="http://schemas.openxmlformats.org/officeDocument/2006/relationships" xmlns:p="http://schemas.openxmlformats.org/presentationml/2006/main">
  <p:prnPr hidden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9BFF"/>
    <a:srgbClr val="DAE2F3"/>
    <a:srgbClr val="0070C0"/>
    <a:srgbClr val="40B0FF"/>
    <a:srgbClr val="4682B7"/>
    <a:srgbClr val="CED0D5"/>
    <a:srgbClr val="EEEEEE"/>
    <a:srgbClr val="007DDA"/>
    <a:srgbClr val="FBFBFB"/>
    <a:srgbClr val="F0F3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86453" autoAdjust="0"/>
  </p:normalViewPr>
  <p:slideViewPr>
    <p:cSldViewPr snapToGrid="0">
      <p:cViewPr varScale="1">
        <p:scale>
          <a:sx n="99" d="100"/>
          <a:sy n="99" d="100"/>
        </p:scale>
        <p:origin x="1932" y="90"/>
      </p:cViewPr>
      <p:guideLst>
        <p:guide orient="horz" pos="2510"/>
        <p:guide pos="2923"/>
      </p:guideLst>
    </p:cSldViewPr>
  </p:slideViewPr>
  <p:notesTextViewPr>
    <p:cViewPr>
      <p:scale>
        <a:sx n="3" d="2"/>
        <a:sy n="3" d="2"/>
      </p:scale>
      <p:origin x="0" y="0"/>
    </p:cViewPr>
  </p:notesTextViewPr>
  <p:sorterViewPr>
    <p:cViewPr>
      <p:scale>
        <a:sx n="150" d="100"/>
        <a:sy n="150" d="100"/>
      </p:scale>
      <p:origin x="0" y="-1635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ler maxwell" userId="a31f5959b16bf381" providerId="LiveId" clId="{364FFA57-06A0-43EC-A3D1-4D336079DD5E}"/>
    <pc:docChg chg="undo custSel addSld delSld modSld">
      <pc:chgData name="miller maxwell" userId="a31f5959b16bf381" providerId="LiveId" clId="{364FFA57-06A0-43EC-A3D1-4D336079DD5E}" dt="2019-11-05T08:40:14.049" v="5352"/>
      <pc:docMkLst>
        <pc:docMk/>
      </pc:docMkLst>
      <pc:sldChg chg="modSp">
        <pc:chgData name="miller maxwell" userId="a31f5959b16bf381" providerId="LiveId" clId="{364FFA57-06A0-43EC-A3D1-4D336079DD5E}" dt="2019-11-05T07:54:11.554" v="4591" actId="6549"/>
        <pc:sldMkLst>
          <pc:docMk/>
          <pc:sldMk cId="0" sldId="12464"/>
        </pc:sldMkLst>
        <pc:spChg chg="mod">
          <ac:chgData name="miller maxwell" userId="a31f5959b16bf381" providerId="LiveId" clId="{364FFA57-06A0-43EC-A3D1-4D336079DD5E}" dt="2019-11-05T07:54:11.554" v="4591" actId="6549"/>
          <ac:spMkLst>
            <pc:docMk/>
            <pc:sldMk cId="0" sldId="12464"/>
            <ac:spMk id="4" creationId="{00000000-0000-0000-0000-000000000000}"/>
          </ac:spMkLst>
        </pc:spChg>
        <pc:spChg chg="mod">
          <ac:chgData name="miller maxwell" userId="a31f5959b16bf381" providerId="LiveId" clId="{364FFA57-06A0-43EC-A3D1-4D336079DD5E}" dt="2019-11-05T07:52:36.067" v="4549"/>
          <ac:spMkLst>
            <pc:docMk/>
            <pc:sldMk cId="0" sldId="12464"/>
            <ac:spMk id="24" creationId="{00000000-0000-0000-0000-000000000000}"/>
          </ac:spMkLst>
        </pc:spChg>
      </pc:sldChg>
      <pc:sldChg chg="modSp">
        <pc:chgData name="miller maxwell" userId="a31f5959b16bf381" providerId="LiveId" clId="{364FFA57-06A0-43EC-A3D1-4D336079DD5E}" dt="2019-11-05T03:35:34.986" v="787"/>
        <pc:sldMkLst>
          <pc:docMk/>
          <pc:sldMk cId="1729965310" sldId="12909"/>
        </pc:sldMkLst>
        <pc:spChg chg="mod">
          <ac:chgData name="miller maxwell" userId="a31f5959b16bf381" providerId="LiveId" clId="{364FFA57-06A0-43EC-A3D1-4D336079DD5E}" dt="2019-10-29T10:49:23.353" v="35" actId="20577"/>
          <ac:spMkLst>
            <pc:docMk/>
            <pc:sldMk cId="1729965310" sldId="12909"/>
            <ac:spMk id="5" creationId="{00000000-0000-0000-0000-000000000000}"/>
          </ac:spMkLst>
        </pc:spChg>
        <pc:spChg chg="mod">
          <ac:chgData name="miller maxwell" userId="a31f5959b16bf381" providerId="LiveId" clId="{364FFA57-06A0-43EC-A3D1-4D336079DD5E}" dt="2019-11-05T03:35:34.986" v="787"/>
          <ac:spMkLst>
            <pc:docMk/>
            <pc:sldMk cId="1729965310" sldId="12909"/>
            <ac:spMk id="11" creationId="{00000000-0000-0000-0000-000000000000}"/>
          </ac:spMkLst>
        </pc:spChg>
      </pc:sldChg>
      <pc:sldChg chg="addSp delSp modSp">
        <pc:chgData name="miller maxwell" userId="a31f5959b16bf381" providerId="LiveId" clId="{364FFA57-06A0-43EC-A3D1-4D336079DD5E}" dt="2019-11-05T04:15:42.834" v="990" actId="1076"/>
        <pc:sldMkLst>
          <pc:docMk/>
          <pc:sldMk cId="237875002" sldId="12914"/>
        </pc:sldMkLst>
        <pc:spChg chg="mod">
          <ac:chgData name="miller maxwell" userId="a31f5959b16bf381" providerId="LiveId" clId="{364FFA57-06A0-43EC-A3D1-4D336079DD5E}" dt="2019-11-05T04:03:17.185" v="981"/>
          <ac:spMkLst>
            <pc:docMk/>
            <pc:sldMk cId="237875002" sldId="12914"/>
            <ac:spMk id="6" creationId="{00000000-0000-0000-0000-000000000000}"/>
          </ac:spMkLst>
        </pc:spChg>
        <pc:picChg chg="add del mod">
          <ac:chgData name="miller maxwell" userId="a31f5959b16bf381" providerId="LiveId" clId="{364FFA57-06A0-43EC-A3D1-4D336079DD5E}" dt="2019-11-05T04:13:25.766" v="985" actId="478"/>
          <ac:picMkLst>
            <pc:docMk/>
            <pc:sldMk cId="237875002" sldId="12914"/>
            <ac:picMk id="2" creationId="{0706525E-2840-4D91-91C3-83C3285365E7}"/>
          </ac:picMkLst>
        </pc:picChg>
        <pc:picChg chg="del">
          <ac:chgData name="miller maxwell" userId="a31f5959b16bf381" providerId="LiveId" clId="{364FFA57-06A0-43EC-A3D1-4D336079DD5E}" dt="2019-10-29T11:58:57.655" v="743" actId="478"/>
          <ac:picMkLst>
            <pc:docMk/>
            <pc:sldMk cId="237875002" sldId="12914"/>
            <ac:picMk id="2" creationId="{E263C338-98C6-42C9-BE72-A6973577D8F9}"/>
          </ac:picMkLst>
        </pc:picChg>
        <pc:picChg chg="add del mod">
          <ac:chgData name="miller maxwell" userId="a31f5959b16bf381" providerId="LiveId" clId="{364FFA57-06A0-43EC-A3D1-4D336079DD5E}" dt="2019-11-05T04:15:39.084" v="988" actId="478"/>
          <ac:picMkLst>
            <pc:docMk/>
            <pc:sldMk cId="237875002" sldId="12914"/>
            <ac:picMk id="3" creationId="{EE825DE7-DB39-4EBB-A748-78EC91172C32}"/>
          </ac:picMkLst>
        </pc:picChg>
        <pc:picChg chg="add del mod">
          <ac:chgData name="miller maxwell" userId="a31f5959b16bf381" providerId="LiveId" clId="{364FFA57-06A0-43EC-A3D1-4D336079DD5E}" dt="2019-10-29T12:12:26.148" v="766" actId="478"/>
          <ac:picMkLst>
            <pc:docMk/>
            <pc:sldMk cId="237875002" sldId="12914"/>
            <ac:picMk id="3" creationId="{F8BC9313-8133-4987-89CA-6BC57B58AF96}"/>
          </ac:picMkLst>
        </pc:picChg>
        <pc:picChg chg="add del mod">
          <ac:chgData name="miller maxwell" userId="a31f5959b16bf381" providerId="LiveId" clId="{364FFA57-06A0-43EC-A3D1-4D336079DD5E}" dt="2019-11-05T04:13:02.405" v="982" actId="478"/>
          <ac:picMkLst>
            <pc:docMk/>
            <pc:sldMk cId="237875002" sldId="12914"/>
            <ac:picMk id="5" creationId="{24D46007-E004-43B8-BDF8-9134B7F897C4}"/>
          </ac:picMkLst>
        </pc:picChg>
        <pc:picChg chg="add mod">
          <ac:chgData name="miller maxwell" userId="a31f5959b16bf381" providerId="LiveId" clId="{364FFA57-06A0-43EC-A3D1-4D336079DD5E}" dt="2019-11-05T04:15:42.834" v="990" actId="1076"/>
          <ac:picMkLst>
            <pc:docMk/>
            <pc:sldMk cId="237875002" sldId="12914"/>
            <ac:picMk id="7" creationId="{1E6D5BA1-3FEA-4F1A-983A-EA489E8EFFB0}"/>
          </ac:picMkLst>
        </pc:picChg>
      </pc:sldChg>
      <pc:sldChg chg="modSp">
        <pc:chgData name="miller maxwell" userId="a31f5959b16bf381" providerId="LiveId" clId="{364FFA57-06A0-43EC-A3D1-4D336079DD5E}" dt="2019-11-05T07:50:22.269" v="4514" actId="20577"/>
        <pc:sldMkLst>
          <pc:docMk/>
          <pc:sldMk cId="3065428137" sldId="13032"/>
        </pc:sldMkLst>
        <pc:graphicFrameChg chg="modGraphic">
          <ac:chgData name="miller maxwell" userId="a31f5959b16bf381" providerId="LiveId" clId="{364FFA57-06A0-43EC-A3D1-4D336079DD5E}" dt="2019-11-05T07:50:22.269" v="4514" actId="20577"/>
          <ac:graphicFrameMkLst>
            <pc:docMk/>
            <pc:sldMk cId="3065428137" sldId="13032"/>
            <ac:graphicFrameMk id="13" creationId="{BA158068-7BB1-4C41-87BA-281667EB9EDC}"/>
          </ac:graphicFrameMkLst>
        </pc:graphicFrameChg>
      </pc:sldChg>
      <pc:sldChg chg="addSp delSp modSp modNotesTx">
        <pc:chgData name="miller maxwell" userId="a31f5959b16bf381" providerId="LiveId" clId="{364FFA57-06A0-43EC-A3D1-4D336079DD5E}" dt="2019-11-05T04:00:37.575" v="970"/>
        <pc:sldMkLst>
          <pc:docMk/>
          <pc:sldMk cId="1113978836" sldId="13149"/>
        </pc:sldMkLst>
        <pc:spChg chg="mod">
          <ac:chgData name="miller maxwell" userId="a31f5959b16bf381" providerId="LiveId" clId="{364FFA57-06A0-43EC-A3D1-4D336079DD5E}" dt="2019-10-29T11:21:27.243" v="330"/>
          <ac:spMkLst>
            <pc:docMk/>
            <pc:sldMk cId="1113978836" sldId="13149"/>
            <ac:spMk id="4" creationId="{00000000-0000-0000-0000-000000000000}"/>
          </ac:spMkLst>
        </pc:spChg>
        <pc:spChg chg="add del mod">
          <ac:chgData name="miller maxwell" userId="a31f5959b16bf381" providerId="LiveId" clId="{364FFA57-06A0-43EC-A3D1-4D336079DD5E}" dt="2019-10-29T11:15:02.833" v="236" actId="164"/>
          <ac:spMkLst>
            <pc:docMk/>
            <pc:sldMk cId="1113978836" sldId="13149"/>
            <ac:spMk id="19" creationId="{00000000-0000-0000-0000-000000000000}"/>
          </ac:spMkLst>
        </pc:spChg>
        <pc:spChg chg="add del">
          <ac:chgData name="miller maxwell" userId="a31f5959b16bf381" providerId="LiveId" clId="{364FFA57-06A0-43EC-A3D1-4D336079DD5E}" dt="2019-10-29T11:14:11.127" v="226" actId="478"/>
          <ac:spMkLst>
            <pc:docMk/>
            <pc:sldMk cId="1113978836" sldId="13149"/>
            <ac:spMk id="20" creationId="{00000000-0000-0000-0000-000000000000}"/>
          </ac:spMkLst>
        </pc:spChg>
        <pc:spChg chg="add del mod">
          <ac:chgData name="miller maxwell" userId="a31f5959b16bf381" providerId="LiveId" clId="{364FFA57-06A0-43EC-A3D1-4D336079DD5E}" dt="2019-10-29T11:15:02.833" v="236" actId="164"/>
          <ac:spMkLst>
            <pc:docMk/>
            <pc:sldMk cId="1113978836" sldId="13149"/>
            <ac:spMk id="21"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22" creationId="{00000000-0000-0000-0000-000000000000}"/>
          </ac:spMkLst>
        </pc:spChg>
        <pc:spChg chg="mod">
          <ac:chgData name="miller maxwell" userId="a31f5959b16bf381" providerId="LiveId" clId="{364FFA57-06A0-43EC-A3D1-4D336079DD5E}" dt="2019-10-29T11:15:02.833" v="236" actId="164"/>
          <ac:spMkLst>
            <pc:docMk/>
            <pc:sldMk cId="1113978836" sldId="13149"/>
            <ac:spMk id="23" creationId="{00000000-0000-0000-0000-000000000000}"/>
          </ac:spMkLst>
        </pc:spChg>
        <pc:spChg chg="mod">
          <ac:chgData name="miller maxwell" userId="a31f5959b16bf381" providerId="LiveId" clId="{364FFA57-06A0-43EC-A3D1-4D336079DD5E}" dt="2019-10-29T11:15:02.833" v="236" actId="164"/>
          <ac:spMkLst>
            <pc:docMk/>
            <pc:sldMk cId="1113978836" sldId="13149"/>
            <ac:spMk id="24" creationId="{00000000-0000-0000-0000-000000000000}"/>
          </ac:spMkLst>
        </pc:spChg>
        <pc:spChg chg="del">
          <ac:chgData name="miller maxwell" userId="a31f5959b16bf381" providerId="LiveId" clId="{364FFA57-06A0-43EC-A3D1-4D336079DD5E}" dt="2019-10-29T11:13:27.540" v="210" actId="478"/>
          <ac:spMkLst>
            <pc:docMk/>
            <pc:sldMk cId="1113978836" sldId="13149"/>
            <ac:spMk id="25" creationId="{00000000-0000-0000-0000-000000000000}"/>
          </ac:spMkLst>
        </pc:spChg>
        <pc:spChg chg="add del mod">
          <ac:chgData name="miller maxwell" userId="a31f5959b16bf381" providerId="LiveId" clId="{364FFA57-06A0-43EC-A3D1-4D336079DD5E}" dt="2019-10-29T11:15:02.833" v="236" actId="164"/>
          <ac:spMkLst>
            <pc:docMk/>
            <pc:sldMk cId="1113978836" sldId="13149"/>
            <ac:spMk id="26"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27" creationId="{00000000-0000-0000-0000-000000000000}"/>
          </ac:spMkLst>
        </pc:spChg>
        <pc:spChg chg="add del mod">
          <ac:chgData name="miller maxwell" userId="a31f5959b16bf381" providerId="LiveId" clId="{364FFA57-06A0-43EC-A3D1-4D336079DD5E}" dt="2019-10-29T11:15:02.833" v="236" actId="164"/>
          <ac:spMkLst>
            <pc:docMk/>
            <pc:sldMk cId="1113978836" sldId="13149"/>
            <ac:spMk id="28"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29"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30" creationId="{00000000-0000-0000-0000-000000000000}"/>
          </ac:spMkLst>
        </pc:spChg>
        <pc:spChg chg="add del mod">
          <ac:chgData name="miller maxwell" userId="a31f5959b16bf381" providerId="LiveId" clId="{364FFA57-06A0-43EC-A3D1-4D336079DD5E}" dt="2019-10-29T11:15:02.833" v="236" actId="164"/>
          <ac:spMkLst>
            <pc:docMk/>
            <pc:sldMk cId="1113978836" sldId="13149"/>
            <ac:spMk id="31" creationId="{00000000-0000-0000-0000-000000000000}"/>
          </ac:spMkLst>
        </pc:spChg>
        <pc:spChg chg="mod">
          <ac:chgData name="miller maxwell" userId="a31f5959b16bf381" providerId="LiveId" clId="{364FFA57-06A0-43EC-A3D1-4D336079DD5E}" dt="2019-10-29T11:15:02.833" v="236" actId="164"/>
          <ac:spMkLst>
            <pc:docMk/>
            <pc:sldMk cId="1113978836" sldId="13149"/>
            <ac:spMk id="33"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34"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35"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36" creationId="{00000000-0000-0000-0000-000000000000}"/>
          </ac:spMkLst>
        </pc:spChg>
        <pc:spChg chg="add del mod">
          <ac:chgData name="miller maxwell" userId="a31f5959b16bf381" providerId="LiveId" clId="{364FFA57-06A0-43EC-A3D1-4D336079DD5E}" dt="2019-10-29T11:15:02.833" v="236" actId="164"/>
          <ac:spMkLst>
            <pc:docMk/>
            <pc:sldMk cId="1113978836" sldId="13149"/>
            <ac:spMk id="37"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38"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39"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40"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41"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42"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43"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44" creationId="{00000000-0000-0000-0000-000000000000}"/>
          </ac:spMkLst>
        </pc:spChg>
        <pc:spChg chg="add del">
          <ac:chgData name="miller maxwell" userId="a31f5959b16bf381" providerId="LiveId" clId="{364FFA57-06A0-43EC-A3D1-4D336079DD5E}" dt="2019-10-29T11:12:49.304" v="201" actId="478"/>
          <ac:spMkLst>
            <pc:docMk/>
            <pc:sldMk cId="1113978836" sldId="13149"/>
            <ac:spMk id="45" creationId="{00000000-0000-0000-0000-000000000000}"/>
          </ac:spMkLst>
        </pc:spChg>
        <pc:spChg chg="add del mod">
          <ac:chgData name="miller maxwell" userId="a31f5959b16bf381" providerId="LiveId" clId="{364FFA57-06A0-43EC-A3D1-4D336079DD5E}" dt="2019-10-29T11:15:02.833" v="236" actId="164"/>
          <ac:spMkLst>
            <pc:docMk/>
            <pc:sldMk cId="1113978836" sldId="13149"/>
            <ac:spMk id="46" creationId="{00000000-0000-0000-0000-000000000000}"/>
          </ac:spMkLst>
        </pc:spChg>
        <pc:spChg chg="mod">
          <ac:chgData name="miller maxwell" userId="a31f5959b16bf381" providerId="LiveId" clId="{364FFA57-06A0-43EC-A3D1-4D336079DD5E}" dt="2019-11-05T04:00:14.854" v="964"/>
          <ac:spMkLst>
            <pc:docMk/>
            <pc:sldMk cId="1113978836" sldId="13149"/>
            <ac:spMk id="756" creationId="{00000000-0000-0000-0000-000000000000}"/>
          </ac:spMkLst>
        </pc:spChg>
        <pc:spChg chg="mod">
          <ac:chgData name="miller maxwell" userId="a31f5959b16bf381" providerId="LiveId" clId="{364FFA57-06A0-43EC-A3D1-4D336079DD5E}" dt="2019-10-29T11:25:39.401" v="401"/>
          <ac:spMkLst>
            <pc:docMk/>
            <pc:sldMk cId="1113978836" sldId="13149"/>
            <ac:spMk id="2273" creationId="{00000000-0000-0000-0000-000000000000}"/>
          </ac:spMkLst>
        </pc:spChg>
        <pc:spChg chg="mod ord">
          <ac:chgData name="miller maxwell" userId="a31f5959b16bf381" providerId="LiveId" clId="{364FFA57-06A0-43EC-A3D1-4D336079DD5E}" dt="2019-10-29T11:22:32.738" v="353" actId="166"/>
          <ac:spMkLst>
            <pc:docMk/>
            <pc:sldMk cId="1113978836" sldId="13149"/>
            <ac:spMk id="3003" creationId="{00000000-0000-0000-0000-000000000000}"/>
          </ac:spMkLst>
        </pc:spChg>
        <pc:spChg chg="mod ord">
          <ac:chgData name="miller maxwell" userId="a31f5959b16bf381" providerId="LiveId" clId="{364FFA57-06A0-43EC-A3D1-4D336079DD5E}" dt="2019-10-29T11:22:08.386" v="349" actId="166"/>
          <ac:spMkLst>
            <pc:docMk/>
            <pc:sldMk cId="1113978836" sldId="13149"/>
            <ac:spMk id="3005" creationId="{00000000-0000-0000-0000-000000000000}"/>
          </ac:spMkLst>
        </pc:spChg>
        <pc:spChg chg="mod">
          <ac:chgData name="miller maxwell" userId="a31f5959b16bf381" providerId="LiveId" clId="{364FFA57-06A0-43EC-A3D1-4D336079DD5E}" dt="2019-10-29T11:16:24.316" v="256"/>
          <ac:spMkLst>
            <pc:docMk/>
            <pc:sldMk cId="1113978836" sldId="13149"/>
            <ac:spMk id="3006" creationId="{00000000-0000-0000-0000-000000000000}"/>
          </ac:spMkLst>
        </pc:spChg>
        <pc:spChg chg="mod ord">
          <ac:chgData name="miller maxwell" userId="a31f5959b16bf381" providerId="LiveId" clId="{364FFA57-06A0-43EC-A3D1-4D336079DD5E}" dt="2019-11-05T04:00:37.575" v="970"/>
          <ac:spMkLst>
            <pc:docMk/>
            <pc:sldMk cId="1113978836" sldId="13149"/>
            <ac:spMk id="3009" creationId="{00000000-0000-0000-0000-000000000000}"/>
          </ac:spMkLst>
        </pc:spChg>
        <pc:grpChg chg="mod ord">
          <ac:chgData name="miller maxwell" userId="a31f5959b16bf381" providerId="LiveId" clId="{364FFA57-06A0-43EC-A3D1-4D336079DD5E}" dt="2019-10-29T11:25:50.261" v="402" actId="166"/>
          <ac:grpSpMkLst>
            <pc:docMk/>
            <pc:sldMk cId="1113978836" sldId="13149"/>
            <ac:grpSpMk id="2" creationId="{00000000-0000-0000-0000-000000000000}"/>
          </ac:grpSpMkLst>
        </pc:grpChg>
        <pc:grpChg chg="add mod">
          <ac:chgData name="miller maxwell" userId="a31f5959b16bf381" providerId="LiveId" clId="{364FFA57-06A0-43EC-A3D1-4D336079DD5E}" dt="2019-10-29T11:14:51.631" v="233" actId="164"/>
          <ac:grpSpMkLst>
            <pc:docMk/>
            <pc:sldMk cId="1113978836" sldId="13149"/>
            <ac:grpSpMk id="5" creationId="{B8B50CEC-FE21-4C0D-B4AB-EFA311BEE00D}"/>
          </ac:grpSpMkLst>
        </pc:grpChg>
        <pc:grpChg chg="add mod">
          <ac:chgData name="miller maxwell" userId="a31f5959b16bf381" providerId="LiveId" clId="{364FFA57-06A0-43EC-A3D1-4D336079DD5E}" dt="2019-10-29T11:15:09.040" v="240" actId="1037"/>
          <ac:grpSpMkLst>
            <pc:docMk/>
            <pc:sldMk cId="1113978836" sldId="13149"/>
            <ac:grpSpMk id="6" creationId="{92D1F3D1-26EC-4933-A806-90903A7CE7C5}"/>
          </ac:grpSpMkLst>
        </pc:grpChg>
        <pc:grpChg chg="add del mod ord">
          <ac:chgData name="miller maxwell" userId="a31f5959b16bf381" providerId="LiveId" clId="{364FFA57-06A0-43EC-A3D1-4D336079DD5E}" dt="2019-10-29T11:22:34.599" v="354" actId="166"/>
          <ac:grpSpMkLst>
            <pc:docMk/>
            <pc:sldMk cId="1113978836" sldId="13149"/>
            <ac:grpSpMk id="3004" creationId="{00000000-0000-0000-0000-000000000000}"/>
          </ac:grpSpMkLst>
        </pc:grpChg>
        <pc:picChg chg="del">
          <ac:chgData name="miller maxwell" userId="a31f5959b16bf381" providerId="LiveId" clId="{364FFA57-06A0-43EC-A3D1-4D336079DD5E}" dt="2019-10-29T11:11:43.182" v="189" actId="478"/>
          <ac:picMkLst>
            <pc:docMk/>
            <pc:sldMk cId="1113978836" sldId="13149"/>
            <ac:picMk id="18" creationId="{00000000-0000-0000-0000-000000000000}"/>
          </ac:picMkLst>
        </pc:picChg>
        <pc:picChg chg="add mod ord">
          <ac:chgData name="miller maxwell" userId="a31f5959b16bf381" providerId="LiveId" clId="{364FFA57-06A0-43EC-A3D1-4D336079DD5E}" dt="2019-10-29T11:15:02.833" v="236" actId="164"/>
          <ac:picMkLst>
            <pc:docMk/>
            <pc:sldMk cId="1113978836" sldId="13149"/>
            <ac:picMk id="47" creationId="{ED2E9E1E-1F3C-4922-8BBB-AD4AE500A03A}"/>
          </ac:picMkLst>
        </pc:picChg>
      </pc:sldChg>
      <pc:sldChg chg="modSp">
        <pc:chgData name="miller maxwell" userId="a31f5959b16bf381" providerId="LiveId" clId="{364FFA57-06A0-43EC-A3D1-4D336079DD5E}" dt="2019-11-05T03:59:51.735" v="958" actId="14100"/>
        <pc:sldMkLst>
          <pc:docMk/>
          <pc:sldMk cId="203914942" sldId="13150"/>
        </pc:sldMkLst>
        <pc:spChg chg="mod">
          <ac:chgData name="miller maxwell" userId="a31f5959b16bf381" providerId="LiveId" clId="{364FFA57-06A0-43EC-A3D1-4D336079DD5E}" dt="2019-11-05T03:59:51.735" v="958" actId="14100"/>
          <ac:spMkLst>
            <pc:docMk/>
            <pc:sldMk cId="203914942" sldId="13150"/>
            <ac:spMk id="3003" creationId="{00000000-0000-0000-0000-000000000000}"/>
          </ac:spMkLst>
        </pc:spChg>
      </pc:sldChg>
    </pc:docChg>
  </pc:docChgLst>
  <pc:docChgLst>
    <pc:chgData name="miller maxwell" userId="a31f5959b16bf381" providerId="LiveId" clId="{29586EF4-7359-4DA4-9534-4F6F42BFA590}"/>
    <pc:docChg chg="undo custSel addSld modSld">
      <pc:chgData name="miller maxwell" userId="a31f5959b16bf381" providerId="LiveId" clId="{29586EF4-7359-4DA4-9534-4F6F42BFA590}" dt="2019-12-05T04:47:12.990" v="2093"/>
      <pc:docMkLst>
        <pc:docMk/>
      </pc:docMkLst>
      <pc:sldChg chg="modSp">
        <pc:chgData name="miller maxwell" userId="a31f5959b16bf381" providerId="LiveId" clId="{29586EF4-7359-4DA4-9534-4F6F42BFA590}" dt="2019-12-03T13:50:28.242" v="1" actId="20577"/>
        <pc:sldMkLst>
          <pc:docMk/>
          <pc:sldMk cId="1729965310" sldId="12909"/>
        </pc:sldMkLst>
        <pc:spChg chg="mod">
          <ac:chgData name="miller maxwell" userId="a31f5959b16bf381" providerId="LiveId" clId="{29586EF4-7359-4DA4-9534-4F6F42BFA590}" dt="2019-12-03T13:50:28.242" v="1" actId="20577"/>
          <ac:spMkLst>
            <pc:docMk/>
            <pc:sldMk cId="1729965310" sldId="12909"/>
            <ac:spMk id="11" creationId="{00000000-0000-0000-0000-000000000000}"/>
          </ac:spMkLst>
        </pc:spChg>
      </pc:sldChg>
      <pc:sldChg chg="modSp">
        <pc:chgData name="miller maxwell" userId="a31f5959b16bf381" providerId="LiveId" clId="{29586EF4-7359-4DA4-9534-4F6F42BFA590}" dt="2019-12-05T04:45:16.785" v="2076"/>
        <pc:sldMkLst>
          <pc:docMk/>
          <pc:sldMk cId="3226435288" sldId="13152"/>
        </pc:sldMkLst>
        <pc:spChg chg="mod">
          <ac:chgData name="miller maxwell" userId="a31f5959b16bf381" providerId="LiveId" clId="{29586EF4-7359-4DA4-9534-4F6F42BFA590}" dt="2019-12-05T04:45:16.785" v="2076"/>
          <ac:spMkLst>
            <pc:docMk/>
            <pc:sldMk cId="3226435288" sldId="13152"/>
            <ac:spMk id="37" creationId="{E77834DE-695A-4F54-80F4-643C2DD81A21}"/>
          </ac:spMkLst>
        </pc:spChg>
      </pc:sldChg>
      <pc:sldChg chg="modSp">
        <pc:chgData name="miller maxwell" userId="a31f5959b16bf381" providerId="LiveId" clId="{29586EF4-7359-4DA4-9534-4F6F42BFA590}" dt="2019-12-04T04:30:07.085" v="1842"/>
        <pc:sldMkLst>
          <pc:docMk/>
          <pc:sldMk cId="379619700" sldId="13155"/>
        </pc:sldMkLst>
        <pc:spChg chg="mod">
          <ac:chgData name="miller maxwell" userId="a31f5959b16bf381" providerId="LiveId" clId="{29586EF4-7359-4DA4-9534-4F6F42BFA590}" dt="2019-12-04T04:14:45.762" v="1564"/>
          <ac:spMkLst>
            <pc:docMk/>
            <pc:sldMk cId="379619700" sldId="13155"/>
            <ac:spMk id="24" creationId="{62727F9C-BE60-4D04-B4FB-ADB3051E788B}"/>
          </ac:spMkLst>
        </pc:spChg>
        <pc:spChg chg="mod">
          <ac:chgData name="miller maxwell" userId="a31f5959b16bf381" providerId="LiveId" clId="{29586EF4-7359-4DA4-9534-4F6F42BFA590}" dt="2019-12-04T04:29:41.095" v="1835" actId="20578"/>
          <ac:spMkLst>
            <pc:docMk/>
            <pc:sldMk cId="379619700" sldId="13155"/>
            <ac:spMk id="31" creationId="{0E8D52F4-43B5-4CE1-857C-A58588AD7A8C}"/>
          </ac:spMkLst>
        </pc:spChg>
        <pc:spChg chg="mod">
          <ac:chgData name="miller maxwell" userId="a31f5959b16bf381" providerId="LiveId" clId="{29586EF4-7359-4DA4-9534-4F6F42BFA590}" dt="2019-12-04T04:30:07.085" v="1842"/>
          <ac:spMkLst>
            <pc:docMk/>
            <pc:sldMk cId="379619700" sldId="13155"/>
            <ac:spMk id="36" creationId="{0BBEC5E1-3C4D-4365-9824-C7AF6E0E8AAC}"/>
          </ac:spMkLst>
        </pc:spChg>
        <pc:spChg chg="mod">
          <ac:chgData name="miller maxwell" userId="a31f5959b16bf381" providerId="LiveId" clId="{29586EF4-7359-4DA4-9534-4F6F42BFA590}" dt="2019-12-04T03:41:14.779" v="1362" actId="1036"/>
          <ac:spMkLst>
            <pc:docMk/>
            <pc:sldMk cId="379619700" sldId="13155"/>
            <ac:spMk id="38" creationId="{25EBA546-5C7D-4A43-A21C-28EE2CC6BE1E}"/>
          </ac:spMkLst>
        </pc:spChg>
        <pc:spChg chg="mod">
          <ac:chgData name="miller maxwell" userId="a31f5959b16bf381" providerId="LiveId" clId="{29586EF4-7359-4DA4-9534-4F6F42BFA590}" dt="2019-12-04T03:41:14.779" v="1362" actId="1036"/>
          <ac:spMkLst>
            <pc:docMk/>
            <pc:sldMk cId="379619700" sldId="13155"/>
            <ac:spMk id="39" creationId="{ADF82F15-B620-4163-B8BE-1C4816A63CFF}"/>
          </ac:spMkLst>
        </pc:spChg>
      </pc:sldChg>
      <pc:sldChg chg="addSp delSp modSp">
        <pc:chgData name="miller maxwell" userId="a31f5959b16bf381" providerId="LiveId" clId="{29586EF4-7359-4DA4-9534-4F6F42BFA590}" dt="2019-12-05T04:41:49.678" v="2072" actId="1076"/>
        <pc:sldMkLst>
          <pc:docMk/>
          <pc:sldMk cId="610315430" sldId="13171"/>
        </pc:sldMkLst>
        <pc:spChg chg="add del mod">
          <ac:chgData name="miller maxwell" userId="a31f5959b16bf381" providerId="LiveId" clId="{29586EF4-7359-4DA4-9534-4F6F42BFA590}" dt="2019-12-04T03:38:15.397" v="1308" actId="478"/>
          <ac:spMkLst>
            <pc:docMk/>
            <pc:sldMk cId="610315430" sldId="13171"/>
            <ac:spMk id="2" creationId="{75559633-AE6E-490A-9C49-2CE4F1D27EFC}"/>
          </ac:spMkLst>
        </pc:spChg>
        <pc:spChg chg="del mod">
          <ac:chgData name="miller maxwell" userId="a31f5959b16bf381" providerId="LiveId" clId="{29586EF4-7359-4DA4-9534-4F6F42BFA590}" dt="2019-12-04T04:05:59.334" v="1553" actId="478"/>
          <ac:spMkLst>
            <pc:docMk/>
            <pc:sldMk cId="610315430" sldId="13171"/>
            <ac:spMk id="3" creationId="{DC8DE544-396C-4B7F-BD96-A1D789550056}"/>
          </ac:spMkLst>
        </pc:spChg>
        <pc:spChg chg="mod">
          <ac:chgData name="miller maxwell" userId="a31f5959b16bf381" providerId="LiveId" clId="{29586EF4-7359-4DA4-9534-4F6F42BFA590}" dt="2019-12-04T04:28:52.807" v="1832"/>
          <ac:spMkLst>
            <pc:docMk/>
            <pc:sldMk cId="610315430" sldId="13171"/>
            <ac:spMk id="6" creationId="{00000000-0000-0000-0000-000000000000}"/>
          </ac:spMkLst>
        </pc:spChg>
        <pc:spChg chg="mod">
          <ac:chgData name="miller maxwell" userId="a31f5959b16bf381" providerId="LiveId" clId="{29586EF4-7359-4DA4-9534-4F6F42BFA590}" dt="2019-12-04T04:15:10.116" v="1573" actId="404"/>
          <ac:spMkLst>
            <pc:docMk/>
            <pc:sldMk cId="610315430" sldId="13171"/>
            <ac:spMk id="16" creationId="{592C6F01-E034-439E-BA28-171FFA1A4827}"/>
          </ac:spMkLst>
        </pc:spChg>
        <pc:picChg chg="add del mod">
          <ac:chgData name="miller maxwell" userId="a31f5959b16bf381" providerId="LiveId" clId="{29586EF4-7359-4DA4-9534-4F6F42BFA590}" dt="2019-12-04T04:05:38.137" v="1546" actId="478"/>
          <ac:picMkLst>
            <pc:docMk/>
            <pc:sldMk cId="610315430" sldId="13171"/>
            <ac:picMk id="4" creationId="{1B3AB9FB-392F-4C69-A639-08C7C92737A6}"/>
          </ac:picMkLst>
        </pc:picChg>
        <pc:picChg chg="add del mod">
          <ac:chgData name="miller maxwell" userId="a31f5959b16bf381" providerId="LiveId" clId="{29586EF4-7359-4DA4-9534-4F6F42BFA590}" dt="2019-12-04T04:11:14.427" v="1555" actId="478"/>
          <ac:picMkLst>
            <pc:docMk/>
            <pc:sldMk cId="610315430" sldId="13171"/>
            <ac:picMk id="5" creationId="{F7F728CD-138A-4D90-A2C2-B702233E4F1F}"/>
          </ac:picMkLst>
        </pc:picChg>
        <pc:picChg chg="del">
          <ac:chgData name="miller maxwell" userId="a31f5959b16bf381" providerId="LiveId" clId="{29586EF4-7359-4DA4-9534-4F6F42BFA590}" dt="2019-12-03T14:13:49.835" v="535" actId="478"/>
          <ac:picMkLst>
            <pc:docMk/>
            <pc:sldMk cId="610315430" sldId="13171"/>
            <ac:picMk id="10" creationId="{7FDEBB65-27D8-40AF-806C-1AA27B4C6310}"/>
          </ac:picMkLst>
        </pc:picChg>
        <pc:picChg chg="add mod">
          <ac:chgData name="miller maxwell" userId="a31f5959b16bf381" providerId="LiveId" clId="{29586EF4-7359-4DA4-9534-4F6F42BFA590}" dt="2019-12-05T04:41:49.678" v="2072" actId="1076"/>
          <ac:picMkLst>
            <pc:docMk/>
            <pc:sldMk cId="610315430" sldId="13171"/>
            <ac:picMk id="11" creationId="{73BBF365-5F67-4B78-BC41-8DB0D53E3A6E}"/>
          </ac:picMkLst>
        </pc:picChg>
      </pc:sldChg>
    </pc:docChg>
  </pc:docChgLst>
  <pc:docChgLst>
    <pc:chgData name="miller maxwell" userId="a31f5959b16bf381" providerId="LiveId" clId="{A15AB800-A48C-452B-859E-5EEEDABE9895}"/>
    <pc:docChg chg="undo custSel modSld">
      <pc:chgData name="miller maxwell" userId="a31f5959b16bf381" providerId="LiveId" clId="{A15AB800-A48C-452B-859E-5EEEDABE9895}" dt="2019-12-03T13:49:35.256" v="4142"/>
      <pc:docMkLst>
        <pc:docMk/>
      </pc:docMkLst>
      <pc:sldChg chg="modSp">
        <pc:chgData name="miller maxwell" userId="a31f5959b16bf381" providerId="LiveId" clId="{A15AB800-A48C-452B-859E-5EEEDABE9895}" dt="2019-11-28T05:12:50.221" v="3218"/>
        <pc:sldMkLst>
          <pc:docMk/>
          <pc:sldMk cId="0" sldId="12464"/>
        </pc:sldMkLst>
        <pc:spChg chg="mod">
          <ac:chgData name="miller maxwell" userId="a31f5959b16bf381" providerId="LiveId" clId="{A15AB800-A48C-452B-859E-5EEEDABE9895}" dt="2019-11-28T05:12:50.221" v="3218"/>
          <ac:spMkLst>
            <pc:docMk/>
            <pc:sldMk cId="0" sldId="12464"/>
            <ac:spMk id="10" creationId="{8CA23A99-BDA3-49C9-950D-6A4815462D46}"/>
          </ac:spMkLst>
        </pc:spChg>
      </pc:sldChg>
      <pc:sldChg chg="modSp">
        <pc:chgData name="miller maxwell" userId="a31f5959b16bf381" providerId="LiveId" clId="{A15AB800-A48C-452B-859E-5EEEDABE9895}" dt="2019-12-03T13:28:16.600" v="3814" actId="20577"/>
        <pc:sldMkLst>
          <pc:docMk/>
          <pc:sldMk cId="1729965310" sldId="12909"/>
        </pc:sldMkLst>
        <pc:spChg chg="mod">
          <ac:chgData name="miller maxwell" userId="a31f5959b16bf381" providerId="LiveId" clId="{A15AB800-A48C-452B-859E-5EEEDABE9895}" dt="2019-12-03T13:28:16.600" v="3814" actId="20577"/>
          <ac:spMkLst>
            <pc:docMk/>
            <pc:sldMk cId="1729965310" sldId="12909"/>
            <ac:spMk id="11" creationId="{00000000-0000-0000-0000-000000000000}"/>
          </ac:spMkLst>
        </pc:spChg>
      </pc:sldChg>
      <pc:sldChg chg="addSp delSp modSp modNotesTx">
        <pc:chgData name="miller maxwell" userId="a31f5959b16bf381" providerId="LiveId" clId="{A15AB800-A48C-452B-859E-5EEEDABE9895}" dt="2019-11-27T13:31:54.422" v="1448" actId="1076"/>
        <pc:sldMkLst>
          <pc:docMk/>
          <pc:sldMk cId="237875002" sldId="12914"/>
        </pc:sldMkLst>
        <pc:picChg chg="add del mod">
          <ac:chgData name="miller maxwell" userId="a31f5959b16bf381" providerId="LiveId" clId="{A15AB800-A48C-452B-859E-5EEEDABE9895}" dt="2019-11-27T13:31:51.665" v="1446" actId="478"/>
          <ac:picMkLst>
            <pc:docMk/>
            <pc:sldMk cId="237875002" sldId="12914"/>
            <ac:picMk id="2" creationId="{83D6BC8A-C30D-4B29-86E7-6477384F6C76}"/>
          </ac:picMkLst>
        </pc:picChg>
        <pc:picChg chg="del">
          <ac:chgData name="miller maxwell" userId="a31f5959b16bf381" providerId="LiveId" clId="{A15AB800-A48C-452B-859E-5EEEDABE9895}" dt="2019-11-26T01:45:56.041" v="87" actId="478"/>
          <ac:picMkLst>
            <pc:docMk/>
            <pc:sldMk cId="237875002" sldId="12914"/>
            <ac:picMk id="2" creationId="{EDA15DEB-E1ED-49CD-9720-7F0A0FFED869}"/>
          </ac:picMkLst>
        </pc:picChg>
        <pc:picChg chg="add mod">
          <ac:chgData name="miller maxwell" userId="a31f5959b16bf381" providerId="LiveId" clId="{A15AB800-A48C-452B-859E-5EEEDABE9895}" dt="2019-11-27T13:31:54.422" v="1448" actId="1076"/>
          <ac:picMkLst>
            <pc:docMk/>
            <pc:sldMk cId="237875002" sldId="12914"/>
            <ac:picMk id="3" creationId="{2F5B84A2-1410-4EC1-9928-3964DEC29401}"/>
          </ac:picMkLst>
        </pc:picChg>
        <pc:picChg chg="add del mod">
          <ac:chgData name="miller maxwell" userId="a31f5959b16bf381" providerId="LiveId" clId="{A15AB800-A48C-452B-859E-5EEEDABE9895}" dt="2019-11-26T02:22:35.202" v="252" actId="478"/>
          <ac:picMkLst>
            <pc:docMk/>
            <pc:sldMk cId="237875002" sldId="12914"/>
            <ac:picMk id="3" creationId="{54D81477-1BE0-4763-B80B-0C85DFB65A29}"/>
          </ac:picMkLst>
        </pc:picChg>
        <pc:picChg chg="add del mod">
          <ac:chgData name="miller maxwell" userId="a31f5959b16bf381" providerId="LiveId" clId="{A15AB800-A48C-452B-859E-5EEEDABE9895}" dt="2019-11-27T12:25:46.341" v="620" actId="478"/>
          <ac:picMkLst>
            <pc:docMk/>
            <pc:sldMk cId="237875002" sldId="12914"/>
            <ac:picMk id="5" creationId="{E26BC078-60ED-4910-A0FA-97F01F5E1765}"/>
          </ac:picMkLst>
        </pc:picChg>
      </pc:sldChg>
      <pc:sldChg chg="modSp">
        <pc:chgData name="miller maxwell" userId="a31f5959b16bf381" providerId="LiveId" clId="{A15AB800-A48C-452B-859E-5EEEDABE9895}" dt="2019-12-03T13:23:35.320" v="3751"/>
        <pc:sldMkLst>
          <pc:docMk/>
          <pc:sldMk cId="540512644" sldId="13129"/>
        </pc:sldMkLst>
        <pc:spChg chg="mod">
          <ac:chgData name="miller maxwell" userId="a31f5959b16bf381" providerId="LiveId" clId="{A15AB800-A48C-452B-859E-5EEEDABE9895}" dt="2019-12-03T13:23:16.802" v="3747" actId="20577"/>
          <ac:spMkLst>
            <pc:docMk/>
            <pc:sldMk cId="540512644" sldId="13129"/>
            <ac:spMk id="14" creationId="{00000000-0000-0000-0000-000000000000}"/>
          </ac:spMkLst>
        </pc:spChg>
        <pc:spChg chg="mod">
          <ac:chgData name="miller maxwell" userId="a31f5959b16bf381" providerId="LiveId" clId="{A15AB800-A48C-452B-859E-5EEEDABE9895}" dt="2019-12-03T13:23:35.320" v="3751"/>
          <ac:spMkLst>
            <pc:docMk/>
            <pc:sldMk cId="540512644" sldId="13129"/>
            <ac:spMk id="28" creationId="{00000000-0000-0000-0000-000000000000}"/>
          </ac:spMkLst>
        </pc:spChg>
      </pc:sldChg>
      <pc:sldChg chg="modSp">
        <pc:chgData name="miller maxwell" userId="a31f5959b16bf381" providerId="LiveId" clId="{A15AB800-A48C-452B-859E-5EEEDABE9895}" dt="2019-12-03T13:32:49.452" v="3849"/>
        <pc:sldMkLst>
          <pc:docMk/>
          <pc:sldMk cId="1662095078" sldId="13130"/>
        </pc:sldMkLst>
        <pc:spChg chg="mod">
          <ac:chgData name="miller maxwell" userId="a31f5959b16bf381" providerId="LiveId" clId="{A15AB800-A48C-452B-859E-5EEEDABE9895}" dt="2019-12-03T13:32:49.452" v="3849"/>
          <ac:spMkLst>
            <pc:docMk/>
            <pc:sldMk cId="1662095078" sldId="13130"/>
            <ac:spMk id="14" creationId="{00000000-0000-0000-0000-000000000000}"/>
          </ac:spMkLst>
        </pc:spChg>
        <pc:spChg chg="mod">
          <ac:chgData name="miller maxwell" userId="a31f5959b16bf381" providerId="LiveId" clId="{A15AB800-A48C-452B-859E-5EEEDABE9895}" dt="2019-11-28T05:41:52.222" v="3662" actId="14100"/>
          <ac:spMkLst>
            <pc:docMk/>
            <pc:sldMk cId="1662095078" sldId="13130"/>
            <ac:spMk id="21" creationId="{00000000-0000-0000-0000-000000000000}"/>
          </ac:spMkLst>
        </pc:spChg>
        <pc:spChg chg="mod">
          <ac:chgData name="miller maxwell" userId="a31f5959b16bf381" providerId="LiveId" clId="{A15AB800-A48C-452B-859E-5EEEDABE9895}" dt="2019-12-03T13:31:13.024" v="3846" actId="20577"/>
          <ac:spMkLst>
            <pc:docMk/>
            <pc:sldMk cId="1662095078" sldId="13130"/>
            <ac:spMk id="28" creationId="{00000000-0000-0000-0000-000000000000}"/>
          </ac:spMkLst>
        </pc:spChg>
      </pc:sldChg>
      <pc:sldChg chg="modSp">
        <pc:chgData name="miller maxwell" userId="a31f5959b16bf381" providerId="LiveId" clId="{A15AB800-A48C-452B-859E-5EEEDABE9895}" dt="2019-12-03T13:22:39.805" v="3732"/>
        <pc:sldMkLst>
          <pc:docMk/>
          <pc:sldMk cId="2723008450" sldId="13154"/>
        </pc:sldMkLst>
        <pc:spChg chg="mod">
          <ac:chgData name="miller maxwell" userId="a31f5959b16bf381" providerId="LiveId" clId="{A15AB800-A48C-452B-859E-5EEEDABE9895}" dt="2019-12-03T13:22:39.805" v="3732"/>
          <ac:spMkLst>
            <pc:docMk/>
            <pc:sldMk cId="2723008450" sldId="13154"/>
            <ac:spMk id="6" creationId="{D118484E-221D-4934-A56A-AA426526AFF9}"/>
          </ac:spMkLst>
        </pc:spChg>
      </pc:sldChg>
      <pc:sldChg chg="modSp">
        <pc:chgData name="miller maxwell" userId="a31f5959b16bf381" providerId="LiveId" clId="{A15AB800-A48C-452B-859E-5EEEDABE9895}" dt="2019-12-03T13:47:49.207" v="4132" actId="20577"/>
        <pc:sldMkLst>
          <pc:docMk/>
          <pc:sldMk cId="379619700" sldId="13155"/>
        </pc:sldMkLst>
        <pc:spChg chg="mod">
          <ac:chgData name="miller maxwell" userId="a31f5959b16bf381" providerId="LiveId" clId="{A15AB800-A48C-452B-859E-5EEEDABE9895}" dt="2019-12-03T13:32:59.058" v="3851"/>
          <ac:spMkLst>
            <pc:docMk/>
            <pc:sldMk cId="379619700" sldId="13155"/>
            <ac:spMk id="24" creationId="{62727F9C-BE60-4D04-B4FB-ADB3051E788B}"/>
          </ac:spMkLst>
        </pc:spChg>
        <pc:spChg chg="mod">
          <ac:chgData name="miller maxwell" userId="a31f5959b16bf381" providerId="LiveId" clId="{A15AB800-A48C-452B-859E-5EEEDABE9895}" dt="2019-12-03T13:38:04.851" v="3911"/>
          <ac:spMkLst>
            <pc:docMk/>
            <pc:sldMk cId="379619700" sldId="13155"/>
            <ac:spMk id="26" creationId="{A24FA58A-58D5-4CEE-8671-7C56D8528D4A}"/>
          </ac:spMkLst>
        </pc:spChg>
        <pc:spChg chg="mod">
          <ac:chgData name="miller maxwell" userId="a31f5959b16bf381" providerId="LiveId" clId="{A15AB800-A48C-452B-859E-5EEEDABE9895}" dt="2019-12-03T13:46:19.054" v="4098" actId="20577"/>
          <ac:spMkLst>
            <pc:docMk/>
            <pc:sldMk cId="379619700" sldId="13155"/>
            <ac:spMk id="31" creationId="{0E8D52F4-43B5-4CE1-857C-A58588AD7A8C}"/>
          </ac:spMkLst>
        </pc:spChg>
        <pc:spChg chg="mod">
          <ac:chgData name="miller maxwell" userId="a31f5959b16bf381" providerId="LiveId" clId="{A15AB800-A48C-452B-859E-5EEEDABE9895}" dt="2019-12-03T13:47:49.207" v="4132" actId="20577"/>
          <ac:spMkLst>
            <pc:docMk/>
            <pc:sldMk cId="379619700" sldId="13155"/>
            <ac:spMk id="36" creationId="{0BBEC5E1-3C4D-4365-9824-C7AF6E0E8AAC}"/>
          </ac:spMkLst>
        </pc:spChg>
        <pc:spChg chg="mod">
          <ac:chgData name="miller maxwell" userId="a31f5959b16bf381" providerId="LiveId" clId="{A15AB800-A48C-452B-859E-5EEEDABE9895}" dt="2019-12-03T13:45:43.987" v="4092" actId="1076"/>
          <ac:spMkLst>
            <pc:docMk/>
            <pc:sldMk cId="379619700" sldId="13155"/>
            <ac:spMk id="38" creationId="{25EBA546-5C7D-4A43-A21C-28EE2CC6BE1E}"/>
          </ac:spMkLst>
        </pc:spChg>
        <pc:spChg chg="mod">
          <ac:chgData name="miller maxwell" userId="a31f5959b16bf381" providerId="LiveId" clId="{A15AB800-A48C-452B-859E-5EEEDABE9895}" dt="2019-12-03T13:45:46.350" v="4093" actId="1076"/>
          <ac:spMkLst>
            <pc:docMk/>
            <pc:sldMk cId="379619700" sldId="13155"/>
            <ac:spMk id="39" creationId="{ADF82F15-B620-4163-B8BE-1C4816A63CFF}"/>
          </ac:spMkLst>
        </pc:spChg>
        <pc:grpChg chg="mod">
          <ac:chgData name="miller maxwell" userId="a31f5959b16bf381" providerId="LiveId" clId="{A15AB800-A48C-452B-859E-5EEEDABE9895}" dt="2019-12-03T13:45:55.451" v="4095" actId="14100"/>
          <ac:grpSpMkLst>
            <pc:docMk/>
            <pc:sldMk cId="379619700" sldId="13155"/>
            <ac:grpSpMk id="30" creationId="{169DE0E3-C388-4050-9A87-0540BFEF83A9}"/>
          </ac:grpSpMkLst>
        </pc:grpChg>
      </pc:sldChg>
      <pc:sldChg chg="modSp">
        <pc:chgData name="miller maxwell" userId="a31f5959b16bf381" providerId="LiveId" clId="{A15AB800-A48C-452B-859E-5EEEDABE9895}" dt="2019-12-03T13:22:14.248" v="3729" actId="6549"/>
        <pc:sldMkLst>
          <pc:docMk/>
          <pc:sldMk cId="4133682890" sldId="13168"/>
        </pc:sldMkLst>
        <pc:spChg chg="mod">
          <ac:chgData name="miller maxwell" userId="a31f5959b16bf381" providerId="LiveId" clId="{A15AB800-A48C-452B-859E-5EEEDABE9895}" dt="2019-12-03T13:22:14.248" v="3729" actId="6549"/>
          <ac:spMkLst>
            <pc:docMk/>
            <pc:sldMk cId="4133682890" sldId="13168"/>
            <ac:spMk id="4" creationId="{00000000-0000-0000-0000-000000000000}"/>
          </ac:spMkLst>
        </pc:spChg>
        <pc:graphicFrameChg chg="mod modGraphic">
          <ac:chgData name="miller maxwell" userId="a31f5959b16bf381" providerId="LiveId" clId="{A15AB800-A48C-452B-859E-5EEEDABE9895}" dt="2019-11-27T12:55:42.491" v="785" actId="14734"/>
          <ac:graphicFrameMkLst>
            <pc:docMk/>
            <pc:sldMk cId="4133682890" sldId="13168"/>
            <ac:graphicFrameMk id="3" creationId="{00000000-0000-0000-0000-000000000000}"/>
          </ac:graphicFrameMkLst>
        </pc:graphicFrameChg>
      </pc:sldChg>
      <pc:sldChg chg="modSp">
        <pc:chgData name="miller maxwell" userId="a31f5959b16bf381" providerId="LiveId" clId="{A15AB800-A48C-452B-859E-5EEEDABE9895}" dt="2019-12-03T13:29:19.135" v="3845" actId="14100"/>
        <pc:sldMkLst>
          <pc:docMk/>
          <pc:sldMk cId="3684813840" sldId="13169"/>
        </pc:sldMkLst>
        <pc:spChg chg="mod">
          <ac:chgData name="miller maxwell" userId="a31f5959b16bf381" providerId="LiveId" clId="{A15AB800-A48C-452B-859E-5EEEDABE9895}" dt="2019-12-03T13:26:21.817" v="3803" actId="20577"/>
          <ac:spMkLst>
            <pc:docMk/>
            <pc:sldMk cId="3684813840" sldId="13169"/>
            <ac:spMk id="12" creationId="{3F62D74F-D759-4D42-8E55-0633920088D0}"/>
          </ac:spMkLst>
        </pc:spChg>
        <pc:spChg chg="mod">
          <ac:chgData name="miller maxwell" userId="a31f5959b16bf381" providerId="LiveId" clId="{A15AB800-A48C-452B-859E-5EEEDABE9895}" dt="2019-12-03T13:29:19.135" v="3845" actId="14100"/>
          <ac:spMkLst>
            <pc:docMk/>
            <pc:sldMk cId="3684813840" sldId="13169"/>
            <ac:spMk id="16" creationId="{DA6BADC4-D8A6-4EA6-ABB0-7671675E6740}"/>
          </ac:spMkLst>
        </pc:spChg>
      </pc:sldChg>
      <pc:sldChg chg="modSp">
        <pc:chgData name="miller maxwell" userId="a31f5959b16bf381" providerId="LiveId" clId="{A15AB800-A48C-452B-859E-5EEEDABE9895}" dt="2019-11-26T02:04:40.400" v="191"/>
        <pc:sldMkLst>
          <pc:docMk/>
          <pc:sldMk cId="1034618275" sldId="13170"/>
        </pc:sldMkLst>
        <pc:spChg chg="mod">
          <ac:chgData name="miller maxwell" userId="a31f5959b16bf381" providerId="LiveId" clId="{A15AB800-A48C-452B-859E-5EEEDABE9895}" dt="2019-11-26T02:04:40.400" v="191"/>
          <ac:spMkLst>
            <pc:docMk/>
            <pc:sldMk cId="1034618275" sldId="13170"/>
            <ac:spMk id="16" creationId="{592C6F01-E034-439E-BA28-171FFA1A4827}"/>
          </ac:spMkLst>
        </pc:spChg>
      </pc:sldChg>
      <pc:sldChg chg="addSp delSp modSp">
        <pc:chgData name="miller maxwell" userId="a31f5959b16bf381" providerId="LiveId" clId="{A15AB800-A48C-452B-859E-5EEEDABE9895}" dt="2019-12-03T13:49:35.256" v="4142"/>
        <pc:sldMkLst>
          <pc:docMk/>
          <pc:sldMk cId="610315430" sldId="13171"/>
        </pc:sldMkLst>
        <pc:spChg chg="add mod">
          <ac:chgData name="miller maxwell" userId="a31f5959b16bf381" providerId="LiveId" clId="{A15AB800-A48C-452B-859E-5EEEDABE9895}" dt="2019-11-28T05:14:52.441" v="3228" actId="1076"/>
          <ac:spMkLst>
            <pc:docMk/>
            <pc:sldMk cId="610315430" sldId="13171"/>
            <ac:spMk id="3" creationId="{DC8DE544-396C-4B7F-BD96-A1D789550056}"/>
          </ac:spMkLst>
        </pc:spChg>
        <pc:spChg chg="mod">
          <ac:chgData name="miller maxwell" userId="a31f5959b16bf381" providerId="LiveId" clId="{A15AB800-A48C-452B-859E-5EEEDABE9895}" dt="2019-12-03T13:49:35.256" v="4142"/>
          <ac:spMkLst>
            <pc:docMk/>
            <pc:sldMk cId="610315430" sldId="13171"/>
            <ac:spMk id="6" creationId="{00000000-0000-0000-0000-000000000000}"/>
          </ac:spMkLst>
        </pc:spChg>
        <pc:spChg chg="mod">
          <ac:chgData name="miller maxwell" userId="a31f5959b16bf381" providerId="LiveId" clId="{A15AB800-A48C-452B-859E-5EEEDABE9895}" dt="2019-11-27T14:20:49.810" v="2182"/>
          <ac:spMkLst>
            <pc:docMk/>
            <pc:sldMk cId="610315430" sldId="13171"/>
            <ac:spMk id="16" creationId="{592C6F01-E034-439E-BA28-171FFA1A4827}"/>
          </ac:spMkLst>
        </pc:spChg>
        <pc:graphicFrameChg chg="add del mod modGraphic">
          <ac:chgData name="miller maxwell" userId="a31f5959b16bf381" providerId="LiveId" clId="{A15AB800-A48C-452B-859E-5EEEDABE9895}" dt="2019-11-27T13:58:06.470" v="1970" actId="478"/>
          <ac:graphicFrameMkLst>
            <pc:docMk/>
            <pc:sldMk cId="610315430" sldId="13171"/>
            <ac:graphicFrameMk id="2" creationId="{ED51EDC1-A865-4F1B-B484-52CAE2CCC0C4}"/>
          </ac:graphicFrameMkLst>
        </pc:graphicFrameChg>
        <pc:picChg chg="del">
          <ac:chgData name="miller maxwell" userId="a31f5959b16bf381" providerId="LiveId" clId="{A15AB800-A48C-452B-859E-5EEEDABE9895}" dt="2019-11-26T02:37:14.672" v="504" actId="478"/>
          <ac:picMkLst>
            <pc:docMk/>
            <pc:sldMk cId="610315430" sldId="13171"/>
            <ac:picMk id="4" creationId="{7A37AD07-ACCA-4930-9C78-6B8E580A1B22}"/>
          </ac:picMkLst>
        </pc:picChg>
        <pc:picChg chg="add mod">
          <ac:chgData name="miller maxwell" userId="a31f5959b16bf381" providerId="LiveId" clId="{A15AB800-A48C-452B-859E-5EEEDABE9895}" dt="2019-11-28T05:14:57.425" v="3229" actId="1076"/>
          <ac:picMkLst>
            <pc:docMk/>
            <pc:sldMk cId="610315430" sldId="13171"/>
            <ac:picMk id="10" creationId="{7FDEBB65-27D8-40AF-806C-1AA27B4C6310}"/>
          </ac:picMkLst>
        </pc:picChg>
        <pc:picChg chg="del">
          <ac:chgData name="miller maxwell" userId="a31f5959b16bf381" providerId="LiveId" clId="{A15AB800-A48C-452B-859E-5EEEDABE9895}" dt="2019-11-26T02:37:14.672" v="504" actId="478"/>
          <ac:picMkLst>
            <pc:docMk/>
            <pc:sldMk cId="610315430" sldId="13171"/>
            <ac:picMk id="13" creationId="{F07B1ABB-E8BE-4872-8F83-EB2801CD064A}"/>
          </ac:picMkLst>
        </pc:picChg>
      </pc:sldChg>
      <pc:sldChg chg="modSp">
        <pc:chgData name="miller maxwell" userId="a31f5959b16bf381" providerId="LiveId" clId="{A15AB800-A48C-452B-859E-5EEEDABE9895}" dt="2019-11-27T12:56:26.653" v="798" actId="255"/>
        <pc:sldMkLst>
          <pc:docMk/>
          <pc:sldMk cId="1433380656" sldId="13172"/>
        </pc:sldMkLst>
        <pc:spChg chg="mod">
          <ac:chgData name="miller maxwell" userId="a31f5959b16bf381" providerId="LiveId" clId="{A15AB800-A48C-452B-859E-5EEEDABE9895}" dt="2019-11-26T01:27:38.552" v="24"/>
          <ac:spMkLst>
            <pc:docMk/>
            <pc:sldMk cId="1433380656" sldId="13172"/>
            <ac:spMk id="4" creationId="{00000000-0000-0000-0000-000000000000}"/>
          </ac:spMkLst>
        </pc:spChg>
        <pc:spChg chg="mod">
          <ac:chgData name="miller maxwell" userId="a31f5959b16bf381" providerId="LiveId" clId="{A15AB800-A48C-452B-859E-5EEEDABE9895}" dt="2019-11-26T01:59:31.759" v="138"/>
          <ac:spMkLst>
            <pc:docMk/>
            <pc:sldMk cId="1433380656" sldId="13172"/>
            <ac:spMk id="5" creationId="{434859CA-4A52-4B44-82C1-91601F740A51}"/>
          </ac:spMkLst>
        </pc:spChg>
        <pc:graphicFrameChg chg="mod modGraphic">
          <ac:chgData name="miller maxwell" userId="a31f5959b16bf381" providerId="LiveId" clId="{A15AB800-A48C-452B-859E-5EEEDABE9895}" dt="2019-11-27T12:56:26.653" v="798" actId="255"/>
          <ac:graphicFrameMkLst>
            <pc:docMk/>
            <pc:sldMk cId="1433380656" sldId="13172"/>
            <ac:graphicFrameMk id="3" creationId="{00000000-0000-0000-0000-000000000000}"/>
          </ac:graphicFrameMkLst>
        </pc:graphicFrameChg>
      </pc:sldChg>
      <pc:sldChg chg="modSp">
        <pc:chgData name="miller maxwell" userId="a31f5959b16bf381" providerId="LiveId" clId="{A15AB800-A48C-452B-859E-5EEEDABE9895}" dt="2019-12-03T13:25:47.209" v="3798"/>
        <pc:sldMkLst>
          <pc:docMk/>
          <pc:sldMk cId="727724699" sldId="13173"/>
        </pc:sldMkLst>
        <pc:spChg chg="mod">
          <ac:chgData name="miller maxwell" userId="a31f5959b16bf381" providerId="LiveId" clId="{A15AB800-A48C-452B-859E-5EEEDABE9895}" dt="2019-11-27T12:26:13.447" v="626"/>
          <ac:spMkLst>
            <pc:docMk/>
            <pc:sldMk cId="727724699" sldId="13173"/>
            <ac:spMk id="4" creationId="{00000000-0000-0000-0000-000000000000}"/>
          </ac:spMkLst>
        </pc:spChg>
        <pc:spChg chg="mod">
          <ac:chgData name="miller maxwell" userId="a31f5959b16bf381" providerId="LiveId" clId="{A15AB800-A48C-452B-859E-5EEEDABE9895}" dt="2019-12-03T13:25:47.209" v="3798"/>
          <ac:spMkLst>
            <pc:docMk/>
            <pc:sldMk cId="727724699" sldId="13173"/>
            <ac:spMk id="5" creationId="{434859CA-4A52-4B44-82C1-91601F740A51}"/>
          </ac:spMkLst>
        </pc:spChg>
        <pc:graphicFrameChg chg="mod modGraphic">
          <ac:chgData name="miller maxwell" userId="a31f5959b16bf381" providerId="LiveId" clId="{A15AB800-A48C-452B-859E-5EEEDABE9895}" dt="2019-11-27T13:08:48.163" v="1321" actId="20577"/>
          <ac:graphicFrameMkLst>
            <pc:docMk/>
            <pc:sldMk cId="727724699" sldId="13173"/>
            <ac:graphicFrameMk id="3" creationId="{00000000-0000-0000-0000-000000000000}"/>
          </ac:graphicFrameMkLst>
        </pc:graphicFrameChg>
      </pc:sldChg>
    </pc:docChg>
  </pc:docChgLst>
  <pc:docChgLst>
    <pc:chgData name="miller maxwell" userId="a31f5959b16bf381" providerId="LiveId" clId="{6174BBB1-69BF-4DD0-B960-9ACB5AB5D869}"/>
    <pc:docChg chg="undo custSel addSld delSld modSld">
      <pc:chgData name="miller maxwell" userId="a31f5959b16bf381" providerId="LiveId" clId="{6174BBB1-69BF-4DD0-B960-9ACB5AB5D869}" dt="2019-11-21T11:28:45.037" v="7433" actId="20577"/>
      <pc:docMkLst>
        <pc:docMk/>
      </pc:docMkLst>
      <pc:sldChg chg="addSp delSp modSp">
        <pc:chgData name="miller maxwell" userId="a31f5959b16bf381" providerId="LiveId" clId="{6174BBB1-69BF-4DD0-B960-9ACB5AB5D869}" dt="2019-11-21T05:20:49.125" v="7430" actId="14100"/>
        <pc:sldMkLst>
          <pc:docMk/>
          <pc:sldMk cId="0" sldId="12464"/>
        </pc:sldMkLst>
        <pc:spChg chg="del mod">
          <ac:chgData name="miller maxwell" userId="a31f5959b16bf381" providerId="LiveId" clId="{6174BBB1-69BF-4DD0-B960-9ACB5AB5D869}" dt="2019-11-21T05:20:41.297" v="7426" actId="478"/>
          <ac:spMkLst>
            <pc:docMk/>
            <pc:sldMk cId="0" sldId="12464"/>
            <ac:spMk id="4" creationId="{00000000-0000-0000-0000-000000000000}"/>
          </ac:spMkLst>
        </pc:spChg>
        <pc:spChg chg="add mod">
          <ac:chgData name="miller maxwell" userId="a31f5959b16bf381" providerId="LiveId" clId="{6174BBB1-69BF-4DD0-B960-9ACB5AB5D869}" dt="2019-11-21T05:20:30.586" v="7422" actId="20577"/>
          <ac:spMkLst>
            <pc:docMk/>
            <pc:sldMk cId="0" sldId="12464"/>
            <ac:spMk id="10" creationId="{8CA23A99-BDA3-49C9-950D-6A4815462D46}"/>
          </ac:spMkLst>
        </pc:spChg>
        <pc:spChg chg="del mod">
          <ac:chgData name="miller maxwell" userId="a31f5959b16bf381" providerId="LiveId" clId="{6174BBB1-69BF-4DD0-B960-9ACB5AB5D869}" dt="2019-11-21T05:20:41.297" v="7426" actId="478"/>
          <ac:spMkLst>
            <pc:docMk/>
            <pc:sldMk cId="0" sldId="12464"/>
            <ac:spMk id="11" creationId="{00000000-0000-0000-0000-000000000000}"/>
          </ac:spMkLst>
        </pc:spChg>
        <pc:spChg chg="add mod">
          <ac:chgData name="miller maxwell" userId="a31f5959b16bf381" providerId="LiveId" clId="{6174BBB1-69BF-4DD0-B960-9ACB5AB5D869}" dt="2019-11-21T05:20:49.125" v="7430" actId="14100"/>
          <ac:spMkLst>
            <pc:docMk/>
            <pc:sldMk cId="0" sldId="12464"/>
            <ac:spMk id="12" creationId="{E63133EA-9A81-48D0-9376-80C4AA1527B6}"/>
          </ac:spMkLst>
        </pc:spChg>
        <pc:spChg chg="del mod">
          <ac:chgData name="miller maxwell" userId="a31f5959b16bf381" providerId="LiveId" clId="{6174BBB1-69BF-4DD0-B960-9ACB5AB5D869}" dt="2019-11-21T05:20:41.297" v="7426" actId="478"/>
          <ac:spMkLst>
            <pc:docMk/>
            <pc:sldMk cId="0" sldId="12464"/>
            <ac:spMk id="13" creationId="{00000000-0000-0000-0000-000000000000}"/>
          </ac:spMkLst>
        </pc:spChg>
        <pc:spChg chg="del mod">
          <ac:chgData name="miller maxwell" userId="a31f5959b16bf381" providerId="LiveId" clId="{6174BBB1-69BF-4DD0-B960-9ACB5AB5D869}" dt="2019-11-21T05:20:41.297" v="7426" actId="478"/>
          <ac:spMkLst>
            <pc:docMk/>
            <pc:sldMk cId="0" sldId="12464"/>
            <ac:spMk id="17" creationId="{00000000-0000-0000-0000-000000000000}"/>
          </ac:spMkLst>
        </pc:spChg>
        <pc:spChg chg="del mod">
          <ac:chgData name="miller maxwell" userId="a31f5959b16bf381" providerId="LiveId" clId="{6174BBB1-69BF-4DD0-B960-9ACB5AB5D869}" dt="2019-11-21T05:20:41.297" v="7426" actId="478"/>
          <ac:spMkLst>
            <pc:docMk/>
            <pc:sldMk cId="0" sldId="12464"/>
            <ac:spMk id="19" creationId="{00000000-0000-0000-0000-000000000000}"/>
          </ac:spMkLst>
        </pc:spChg>
        <pc:spChg chg="del mod">
          <ac:chgData name="miller maxwell" userId="a31f5959b16bf381" providerId="LiveId" clId="{6174BBB1-69BF-4DD0-B960-9ACB5AB5D869}" dt="2019-11-21T05:20:41.297" v="7426" actId="478"/>
          <ac:spMkLst>
            <pc:docMk/>
            <pc:sldMk cId="0" sldId="12464"/>
            <ac:spMk id="24" creationId="{00000000-0000-0000-0000-000000000000}"/>
          </ac:spMkLst>
        </pc:spChg>
      </pc:sldChg>
      <pc:sldChg chg="modSp">
        <pc:chgData name="miller maxwell" userId="a31f5959b16bf381" providerId="LiveId" clId="{6174BBB1-69BF-4DD0-B960-9ACB5AB5D869}" dt="2019-11-20T14:29:19.358" v="3947"/>
        <pc:sldMkLst>
          <pc:docMk/>
          <pc:sldMk cId="1729965310" sldId="12909"/>
        </pc:sldMkLst>
        <pc:spChg chg="mod">
          <ac:chgData name="miller maxwell" userId="a31f5959b16bf381" providerId="LiveId" clId="{6174BBB1-69BF-4DD0-B960-9ACB5AB5D869}" dt="2019-11-20T07:08:37.720" v="746" actId="20577"/>
          <ac:spMkLst>
            <pc:docMk/>
            <pc:sldMk cId="1729965310" sldId="12909"/>
            <ac:spMk id="5" creationId="{00000000-0000-0000-0000-000000000000}"/>
          </ac:spMkLst>
        </pc:spChg>
        <pc:spChg chg="mod">
          <ac:chgData name="miller maxwell" userId="a31f5959b16bf381" providerId="LiveId" clId="{6174BBB1-69BF-4DD0-B960-9ACB5AB5D869}" dt="2019-11-20T14:29:19.358" v="3947"/>
          <ac:spMkLst>
            <pc:docMk/>
            <pc:sldMk cId="1729965310" sldId="12909"/>
            <ac:spMk id="11" creationId="{00000000-0000-0000-0000-000000000000}"/>
          </ac:spMkLst>
        </pc:spChg>
      </pc:sldChg>
      <pc:sldChg chg="addSp delSp modSp modNotesTx">
        <pc:chgData name="miller maxwell" userId="a31f5959b16bf381" providerId="LiveId" clId="{6174BBB1-69BF-4DD0-B960-9ACB5AB5D869}" dt="2019-11-21T01:46:19.390" v="4427" actId="1076"/>
        <pc:sldMkLst>
          <pc:docMk/>
          <pc:sldMk cId="237875002" sldId="12914"/>
        </pc:sldMkLst>
        <pc:spChg chg="mod">
          <ac:chgData name="miller maxwell" userId="a31f5959b16bf381" providerId="LiveId" clId="{6174BBB1-69BF-4DD0-B960-9ACB5AB5D869}" dt="2019-11-20T06:58:44.876" v="668"/>
          <ac:spMkLst>
            <pc:docMk/>
            <pc:sldMk cId="237875002" sldId="12914"/>
            <ac:spMk id="6" creationId="{00000000-0000-0000-0000-000000000000}"/>
          </ac:spMkLst>
        </pc:spChg>
        <pc:picChg chg="del">
          <ac:chgData name="miller maxwell" userId="a31f5959b16bf381" providerId="LiveId" clId="{6174BBB1-69BF-4DD0-B960-9ACB5AB5D869}" dt="2019-11-20T06:41:24.027" v="623" actId="478"/>
          <ac:picMkLst>
            <pc:docMk/>
            <pc:sldMk cId="237875002" sldId="12914"/>
            <ac:picMk id="2" creationId="{CABB206E-C5FA-4F49-BE20-927081A13AC8}"/>
          </ac:picMkLst>
        </pc:picChg>
        <pc:picChg chg="add mod">
          <ac:chgData name="miller maxwell" userId="a31f5959b16bf381" providerId="LiveId" clId="{6174BBB1-69BF-4DD0-B960-9ACB5AB5D869}" dt="2019-11-21T01:46:19.390" v="4427" actId="1076"/>
          <ac:picMkLst>
            <pc:docMk/>
            <pc:sldMk cId="237875002" sldId="12914"/>
            <ac:picMk id="2" creationId="{EDA15DEB-E1ED-49CD-9720-7F0A0FFED869}"/>
          </ac:picMkLst>
        </pc:picChg>
        <pc:picChg chg="add del mod">
          <ac:chgData name="miller maxwell" userId="a31f5959b16bf381" providerId="LiveId" clId="{6174BBB1-69BF-4DD0-B960-9ACB5AB5D869}" dt="2019-11-20T06:59:33.744" v="669" actId="478"/>
          <ac:picMkLst>
            <pc:docMk/>
            <pc:sldMk cId="237875002" sldId="12914"/>
            <ac:picMk id="3" creationId="{AD4D5265-CE2E-46A2-A125-E5A9CBE618A3}"/>
          </ac:picMkLst>
        </pc:picChg>
        <pc:picChg chg="add del mod">
          <ac:chgData name="miller maxwell" userId="a31f5959b16bf381" providerId="LiveId" clId="{6174BBB1-69BF-4DD0-B960-9ACB5AB5D869}" dt="2019-11-21T01:46:16.248" v="4425" actId="478"/>
          <ac:picMkLst>
            <pc:docMk/>
            <pc:sldMk cId="237875002" sldId="12914"/>
            <ac:picMk id="5" creationId="{F2948DF0-08AB-4BC6-A04C-53DC3CF98C4B}"/>
          </ac:picMkLst>
        </pc:picChg>
      </pc:sldChg>
      <pc:sldChg chg="addSp delSp modSp">
        <pc:chgData name="miller maxwell" userId="a31f5959b16bf381" providerId="LiveId" clId="{6174BBB1-69BF-4DD0-B960-9ACB5AB5D869}" dt="2019-11-20T12:43:26.424" v="2631"/>
        <pc:sldMkLst>
          <pc:docMk/>
          <pc:sldMk cId="0" sldId="13128"/>
        </pc:sldMkLst>
        <pc:spChg chg="del mod">
          <ac:chgData name="miller maxwell" userId="a31f5959b16bf381" providerId="LiveId" clId="{6174BBB1-69BF-4DD0-B960-9ACB5AB5D869}" dt="2019-11-20T08:23:30.721" v="1545" actId="478"/>
          <ac:spMkLst>
            <pc:docMk/>
            <pc:sldMk cId="0" sldId="13128"/>
            <ac:spMk id="5" creationId="{00000000-0000-0000-0000-000000000000}"/>
          </ac:spMkLst>
        </pc:spChg>
        <pc:spChg chg="mod">
          <ac:chgData name="miller maxwell" userId="a31f5959b16bf381" providerId="LiveId" clId="{6174BBB1-69BF-4DD0-B960-9ACB5AB5D869}" dt="2019-11-20T12:43:22.143" v="2629"/>
          <ac:spMkLst>
            <pc:docMk/>
            <pc:sldMk cId="0" sldId="13128"/>
            <ac:spMk id="14" creationId="{00000000-0000-0000-0000-000000000000}"/>
          </ac:spMkLst>
        </pc:spChg>
        <pc:spChg chg="add del mod">
          <ac:chgData name="miller maxwell" userId="a31f5959b16bf381" providerId="LiveId" clId="{6174BBB1-69BF-4DD0-B960-9ACB5AB5D869}" dt="2019-11-20T12:43:26.424" v="2631"/>
          <ac:spMkLst>
            <pc:docMk/>
            <pc:sldMk cId="0" sldId="13128"/>
            <ac:spMk id="28" creationId="{00000000-0000-0000-0000-000000000000}"/>
          </ac:spMkLst>
        </pc:spChg>
      </pc:sldChg>
      <pc:sldChg chg="delSp modSp">
        <pc:chgData name="miller maxwell" userId="a31f5959b16bf381" providerId="LiveId" clId="{6174BBB1-69BF-4DD0-B960-9ACB5AB5D869}" dt="2019-11-20T13:06:52.527" v="2956"/>
        <pc:sldMkLst>
          <pc:docMk/>
          <pc:sldMk cId="540512644" sldId="13129"/>
        </pc:sldMkLst>
        <pc:spChg chg="del">
          <ac:chgData name="miller maxwell" userId="a31f5959b16bf381" providerId="LiveId" clId="{6174BBB1-69BF-4DD0-B960-9ACB5AB5D869}" dt="2019-11-20T08:24:27.331" v="1550" actId="478"/>
          <ac:spMkLst>
            <pc:docMk/>
            <pc:sldMk cId="540512644" sldId="13129"/>
            <ac:spMk id="5" creationId="{00000000-0000-0000-0000-000000000000}"/>
          </ac:spMkLst>
        </pc:spChg>
        <pc:spChg chg="mod">
          <ac:chgData name="miller maxwell" userId="a31f5959b16bf381" providerId="LiveId" clId="{6174BBB1-69BF-4DD0-B960-9ACB5AB5D869}" dt="2019-11-20T08:39:26.640" v="1762"/>
          <ac:spMkLst>
            <pc:docMk/>
            <pc:sldMk cId="540512644" sldId="13129"/>
            <ac:spMk id="14" creationId="{00000000-0000-0000-0000-000000000000}"/>
          </ac:spMkLst>
        </pc:spChg>
        <pc:spChg chg="mod">
          <ac:chgData name="miller maxwell" userId="a31f5959b16bf381" providerId="LiveId" clId="{6174BBB1-69BF-4DD0-B960-9ACB5AB5D869}" dt="2019-11-20T13:06:52.527" v="2956"/>
          <ac:spMkLst>
            <pc:docMk/>
            <pc:sldMk cId="540512644" sldId="13129"/>
            <ac:spMk id="28" creationId="{00000000-0000-0000-0000-000000000000}"/>
          </ac:spMkLst>
        </pc:spChg>
      </pc:sldChg>
      <pc:sldChg chg="delSp modSp">
        <pc:chgData name="miller maxwell" userId="a31f5959b16bf381" providerId="LiveId" clId="{6174BBB1-69BF-4DD0-B960-9ACB5AB5D869}" dt="2019-11-21T04:16:25.801" v="6697" actId="20577"/>
        <pc:sldMkLst>
          <pc:docMk/>
          <pc:sldMk cId="1662095078" sldId="13130"/>
        </pc:sldMkLst>
        <pc:spChg chg="del">
          <ac:chgData name="miller maxwell" userId="a31f5959b16bf381" providerId="LiveId" clId="{6174BBB1-69BF-4DD0-B960-9ACB5AB5D869}" dt="2019-11-20T08:24:36.844" v="1552" actId="478"/>
          <ac:spMkLst>
            <pc:docMk/>
            <pc:sldMk cId="1662095078" sldId="13130"/>
            <ac:spMk id="11" creationId="{5ACE56AE-9D73-4932-AF8B-F3DDD02C117E}"/>
          </ac:spMkLst>
        </pc:spChg>
        <pc:spChg chg="mod">
          <ac:chgData name="miller maxwell" userId="a31f5959b16bf381" providerId="LiveId" clId="{6174BBB1-69BF-4DD0-B960-9ACB5AB5D869}" dt="2019-11-21T04:16:25.801" v="6697" actId="20577"/>
          <ac:spMkLst>
            <pc:docMk/>
            <pc:sldMk cId="1662095078" sldId="13130"/>
            <ac:spMk id="14" creationId="{00000000-0000-0000-0000-000000000000}"/>
          </ac:spMkLst>
        </pc:spChg>
        <pc:spChg chg="mod">
          <ac:chgData name="miller maxwell" userId="a31f5959b16bf381" providerId="LiveId" clId="{6174BBB1-69BF-4DD0-B960-9ACB5AB5D869}" dt="2019-11-20T11:50:13.162" v="2383" actId="1076"/>
          <ac:spMkLst>
            <pc:docMk/>
            <pc:sldMk cId="1662095078" sldId="13130"/>
            <ac:spMk id="28" creationId="{00000000-0000-0000-0000-000000000000}"/>
          </ac:spMkLst>
        </pc:spChg>
      </pc:sldChg>
      <pc:sldChg chg="addSp delSp modSp add modNotesTx">
        <pc:chgData name="miller maxwell" userId="a31f5959b16bf381" providerId="LiveId" clId="{6174BBB1-69BF-4DD0-B960-9ACB5AB5D869}" dt="2019-11-20T12:59:50.523" v="2946"/>
        <pc:sldMkLst>
          <pc:docMk/>
          <pc:sldMk cId="188564065" sldId="13131"/>
        </pc:sldMkLst>
        <pc:spChg chg="del">
          <ac:chgData name="miller maxwell" userId="a31f5959b16bf381" providerId="LiveId" clId="{6174BBB1-69BF-4DD0-B960-9ACB5AB5D869}" dt="2019-11-20T12:35:54.435" v="2609" actId="478"/>
          <ac:spMkLst>
            <pc:docMk/>
            <pc:sldMk cId="188564065" sldId="13131"/>
            <ac:spMk id="2" creationId="{00000000-0000-0000-0000-000000000000}"/>
          </ac:spMkLst>
        </pc:spChg>
        <pc:spChg chg="mod">
          <ac:chgData name="miller maxwell" userId="a31f5959b16bf381" providerId="LiveId" clId="{6174BBB1-69BF-4DD0-B960-9ACB5AB5D869}" dt="2019-11-20T12:59:50.523" v="2946"/>
          <ac:spMkLst>
            <pc:docMk/>
            <pc:sldMk cId="188564065" sldId="13131"/>
            <ac:spMk id="6" creationId="{00000000-0000-0000-0000-000000000000}"/>
          </ac:spMkLst>
        </pc:spChg>
        <pc:spChg chg="mod">
          <ac:chgData name="miller maxwell" userId="a31f5959b16bf381" providerId="LiveId" clId="{6174BBB1-69BF-4DD0-B960-9ACB5AB5D869}" dt="2019-11-20T12:49:31.545" v="2645"/>
          <ac:spMkLst>
            <pc:docMk/>
            <pc:sldMk cId="188564065" sldId="13131"/>
            <ac:spMk id="9" creationId="{00000000-0000-0000-0000-000000000000}"/>
          </ac:spMkLst>
        </pc:spChg>
        <pc:spChg chg="del">
          <ac:chgData name="miller maxwell" userId="a31f5959b16bf381" providerId="LiveId" clId="{6174BBB1-69BF-4DD0-B960-9ACB5AB5D869}" dt="2019-11-20T12:36:02.391" v="2612" actId="478"/>
          <ac:spMkLst>
            <pc:docMk/>
            <pc:sldMk cId="188564065" sldId="13131"/>
            <ac:spMk id="12" creationId="{00000000-0000-0000-0000-000000000000}"/>
          </ac:spMkLst>
        </pc:spChg>
        <pc:spChg chg="del">
          <ac:chgData name="miller maxwell" userId="a31f5959b16bf381" providerId="LiveId" clId="{6174BBB1-69BF-4DD0-B960-9ACB5AB5D869}" dt="2019-11-20T12:36:02.391" v="2612" actId="478"/>
          <ac:spMkLst>
            <pc:docMk/>
            <pc:sldMk cId="188564065" sldId="13131"/>
            <ac:spMk id="13" creationId="{00000000-0000-0000-0000-000000000000}"/>
          </ac:spMkLst>
        </pc:spChg>
        <pc:spChg chg="del">
          <ac:chgData name="miller maxwell" userId="a31f5959b16bf381" providerId="LiveId" clId="{6174BBB1-69BF-4DD0-B960-9ACB5AB5D869}" dt="2019-11-20T12:36:02.391" v="2612" actId="478"/>
          <ac:spMkLst>
            <pc:docMk/>
            <pc:sldMk cId="188564065" sldId="13131"/>
            <ac:spMk id="14" creationId="{00000000-0000-0000-0000-000000000000}"/>
          </ac:spMkLst>
        </pc:spChg>
        <pc:spChg chg="mod">
          <ac:chgData name="miller maxwell" userId="a31f5959b16bf381" providerId="LiveId" clId="{6174BBB1-69BF-4DD0-B960-9ACB5AB5D869}" dt="2019-11-20T12:42:57.602" v="2625"/>
          <ac:spMkLst>
            <pc:docMk/>
            <pc:sldMk cId="188564065" sldId="13131"/>
            <ac:spMk id="16" creationId="{592C6F01-E034-439E-BA28-171FFA1A4827}"/>
          </ac:spMkLst>
        </pc:spChg>
        <pc:grpChg chg="mod">
          <ac:chgData name="miller maxwell" userId="a31f5959b16bf381" providerId="LiveId" clId="{6174BBB1-69BF-4DD0-B960-9ACB5AB5D869}" dt="2019-11-20T12:55:34.875" v="2857" actId="1036"/>
          <ac:grpSpMkLst>
            <pc:docMk/>
            <pc:sldMk cId="188564065" sldId="13131"/>
            <ac:grpSpMk id="7" creationId="{00000000-0000-0000-0000-000000000000}"/>
          </ac:grpSpMkLst>
        </pc:grpChg>
        <pc:picChg chg="add del mod">
          <ac:chgData name="miller maxwell" userId="a31f5959b16bf381" providerId="LiveId" clId="{6174BBB1-69BF-4DD0-B960-9ACB5AB5D869}" dt="2019-11-20T12:42:28.949" v="2618" actId="478"/>
          <ac:picMkLst>
            <pc:docMk/>
            <pc:sldMk cId="188564065" sldId="13131"/>
            <ac:picMk id="3" creationId="{EF61DE4E-6F19-4786-802D-2F089D9D49A7}"/>
          </ac:picMkLst>
        </pc:picChg>
        <pc:picChg chg="del">
          <ac:chgData name="miller maxwell" userId="a31f5959b16bf381" providerId="LiveId" clId="{6174BBB1-69BF-4DD0-B960-9ACB5AB5D869}" dt="2019-11-20T12:35:59.710" v="2611" actId="478"/>
          <ac:picMkLst>
            <pc:docMk/>
            <pc:sldMk cId="188564065" sldId="13131"/>
            <ac:picMk id="4" creationId="{00000000-0000-0000-0000-000000000000}"/>
          </ac:picMkLst>
        </pc:picChg>
        <pc:picChg chg="add del mod">
          <ac:chgData name="miller maxwell" userId="a31f5959b16bf381" providerId="LiveId" clId="{6174BBB1-69BF-4DD0-B960-9ACB5AB5D869}" dt="2019-11-20T12:50:15.829" v="2654" actId="478"/>
          <ac:picMkLst>
            <pc:docMk/>
            <pc:sldMk cId="188564065" sldId="13131"/>
            <ac:picMk id="5" creationId="{738A0F3D-67BE-4E06-BE4C-169E0A399A12}"/>
          </ac:picMkLst>
        </pc:picChg>
        <pc:picChg chg="add mod">
          <ac:chgData name="miller maxwell" userId="a31f5959b16bf381" providerId="LiveId" clId="{6174BBB1-69BF-4DD0-B960-9ACB5AB5D869}" dt="2019-11-20T12:55:40.003" v="2858" actId="14100"/>
          <ac:picMkLst>
            <pc:docMk/>
            <pc:sldMk cId="188564065" sldId="13131"/>
            <ac:picMk id="10" creationId="{A52E6A79-DD64-4425-8A1B-94BB139B07A9}"/>
          </ac:picMkLst>
        </pc:picChg>
      </pc:sldChg>
      <pc:sldChg chg="addSp delSp modSp">
        <pc:chgData name="miller maxwell" userId="a31f5959b16bf381" providerId="LiveId" clId="{6174BBB1-69BF-4DD0-B960-9ACB5AB5D869}" dt="2019-11-20T08:07:28.043" v="1311" actId="1076"/>
        <pc:sldMkLst>
          <pc:docMk/>
          <pc:sldMk cId="1113978836" sldId="13149"/>
        </pc:sldMkLst>
        <pc:spChg chg="mod">
          <ac:chgData name="miller maxwell" userId="a31f5959b16bf381" providerId="LiveId" clId="{6174BBB1-69BF-4DD0-B960-9ACB5AB5D869}" dt="2019-11-19T11:50:21.578" v="93" actId="20577"/>
          <ac:spMkLst>
            <pc:docMk/>
            <pc:sldMk cId="1113978836" sldId="13149"/>
            <ac:spMk id="4" creationId="{00000000-0000-0000-0000-000000000000}"/>
          </ac:spMkLst>
        </pc:spChg>
        <pc:spChg chg="mod">
          <ac:chgData name="miller maxwell" userId="a31f5959b16bf381" providerId="LiveId" clId="{6174BBB1-69BF-4DD0-B960-9ACB5AB5D869}" dt="2019-11-20T06:58:26.476" v="663" actId="6549"/>
          <ac:spMkLst>
            <pc:docMk/>
            <pc:sldMk cId="1113978836" sldId="13149"/>
            <ac:spMk id="756" creationId="{00000000-0000-0000-0000-000000000000}"/>
          </ac:spMkLst>
        </pc:spChg>
        <pc:spChg chg="mod">
          <ac:chgData name="miller maxwell" userId="a31f5959b16bf381" providerId="LiveId" clId="{6174BBB1-69BF-4DD0-B960-9ACB5AB5D869}" dt="2019-11-19T11:57:02.771" v="221" actId="5793"/>
          <ac:spMkLst>
            <pc:docMk/>
            <pc:sldMk cId="1113978836" sldId="13149"/>
            <ac:spMk id="3003" creationId="{00000000-0000-0000-0000-000000000000}"/>
          </ac:spMkLst>
        </pc:spChg>
        <pc:spChg chg="mod">
          <ac:chgData name="miller maxwell" userId="a31f5959b16bf381" providerId="LiveId" clId="{6174BBB1-69BF-4DD0-B960-9ACB5AB5D869}" dt="2019-11-20T06:55:55.472" v="654"/>
          <ac:spMkLst>
            <pc:docMk/>
            <pc:sldMk cId="1113978836" sldId="13149"/>
            <ac:spMk id="3009" creationId="{00000000-0000-0000-0000-000000000000}"/>
          </ac:spMkLst>
        </pc:spChg>
        <pc:grpChg chg="del mod">
          <ac:chgData name="miller maxwell" userId="a31f5959b16bf381" providerId="LiveId" clId="{6174BBB1-69BF-4DD0-B960-9ACB5AB5D869}" dt="2019-11-19T11:47:27.827" v="63" actId="478"/>
          <ac:grpSpMkLst>
            <pc:docMk/>
            <pc:sldMk cId="1113978836" sldId="13149"/>
            <ac:grpSpMk id="6" creationId="{92D1F3D1-26EC-4933-A806-90903A7CE7C5}"/>
          </ac:grpSpMkLst>
        </pc:grpChg>
        <pc:picChg chg="add del mod">
          <ac:chgData name="miller maxwell" userId="a31f5959b16bf381" providerId="LiveId" clId="{6174BBB1-69BF-4DD0-B960-9ACB5AB5D869}" dt="2019-11-19T11:47:35.842" v="67" actId="478"/>
          <ac:picMkLst>
            <pc:docMk/>
            <pc:sldMk cId="1113978836" sldId="13149"/>
            <ac:picMk id="5" creationId="{20F2A643-46F0-4539-B39E-C78C2DB7ACBB}"/>
          </ac:picMkLst>
        </pc:picChg>
        <pc:picChg chg="add del mod">
          <ac:chgData name="miller maxwell" userId="a31f5959b16bf381" providerId="LiveId" clId="{6174BBB1-69BF-4DD0-B960-9ACB5AB5D869}" dt="2019-11-19T11:48:17.309" v="74" actId="478"/>
          <ac:picMkLst>
            <pc:docMk/>
            <pc:sldMk cId="1113978836" sldId="13149"/>
            <ac:picMk id="7" creationId="{66646D82-5FA3-42CD-9DE7-EBE01CB830B2}"/>
          </ac:picMkLst>
        </pc:picChg>
        <pc:picChg chg="add del mod">
          <ac:chgData name="miller maxwell" userId="a31f5959b16bf381" providerId="LiveId" clId="{6174BBB1-69BF-4DD0-B960-9ACB5AB5D869}" dt="2019-11-19T11:49:11.077" v="79" actId="478"/>
          <ac:picMkLst>
            <pc:docMk/>
            <pc:sldMk cId="1113978836" sldId="13149"/>
            <ac:picMk id="9" creationId="{5981FADB-0D4A-4912-94C5-4A7047BCD0FD}"/>
          </ac:picMkLst>
        </pc:picChg>
        <pc:picChg chg="add del mod">
          <ac:chgData name="miller maxwell" userId="a31f5959b16bf381" providerId="LiveId" clId="{6174BBB1-69BF-4DD0-B960-9ACB5AB5D869}" dt="2019-11-19T11:51:58.720" v="94" actId="478"/>
          <ac:picMkLst>
            <pc:docMk/>
            <pc:sldMk cId="1113978836" sldId="13149"/>
            <ac:picMk id="10" creationId="{7E4B5AE8-D6E7-4C4D-AF27-9BBB8EECF632}"/>
          </ac:picMkLst>
        </pc:picChg>
        <pc:picChg chg="add del mod">
          <ac:chgData name="miller maxwell" userId="a31f5959b16bf381" providerId="LiveId" clId="{6174BBB1-69BF-4DD0-B960-9ACB5AB5D869}" dt="2019-11-19T11:53:51.098" v="99" actId="478"/>
          <ac:picMkLst>
            <pc:docMk/>
            <pc:sldMk cId="1113978836" sldId="13149"/>
            <ac:picMk id="11" creationId="{2DDED77A-D4CB-40E3-8C1C-8FD7B5083D09}"/>
          </ac:picMkLst>
        </pc:picChg>
        <pc:picChg chg="add del mod">
          <ac:chgData name="miller maxwell" userId="a31f5959b16bf381" providerId="LiveId" clId="{6174BBB1-69BF-4DD0-B960-9ACB5AB5D869}" dt="2019-11-20T08:05:56.832" v="1301" actId="478"/>
          <ac:picMkLst>
            <pc:docMk/>
            <pc:sldMk cId="1113978836" sldId="13149"/>
            <ac:picMk id="12" creationId="{A6477211-A068-4511-B5A7-86CD1E47B4E4}"/>
          </ac:picMkLst>
        </pc:picChg>
        <pc:picChg chg="add del mod">
          <ac:chgData name="miller maxwell" userId="a31f5959b16bf381" providerId="LiveId" clId="{6174BBB1-69BF-4DD0-B960-9ACB5AB5D869}" dt="2019-11-20T08:07:14.032" v="1306" actId="478"/>
          <ac:picMkLst>
            <pc:docMk/>
            <pc:sldMk cId="1113978836" sldId="13149"/>
            <ac:picMk id="13" creationId="{09BECA55-BDA7-44D0-A7F8-1EB5FF77A04B}"/>
          </ac:picMkLst>
        </pc:picChg>
        <pc:picChg chg="add mod">
          <ac:chgData name="miller maxwell" userId="a31f5959b16bf381" providerId="LiveId" clId="{6174BBB1-69BF-4DD0-B960-9ACB5AB5D869}" dt="2019-11-20T08:07:28.043" v="1311" actId="1076"/>
          <ac:picMkLst>
            <pc:docMk/>
            <pc:sldMk cId="1113978836" sldId="13149"/>
            <ac:picMk id="14" creationId="{0959638E-500D-48B4-ABB8-E2272139BB61}"/>
          </ac:picMkLst>
        </pc:picChg>
      </pc:sldChg>
      <pc:sldChg chg="modSp">
        <pc:chgData name="miller maxwell" userId="a31f5959b16bf381" providerId="LiveId" clId="{6174BBB1-69BF-4DD0-B960-9ACB5AB5D869}" dt="2019-11-20T07:08:23.254" v="745"/>
        <pc:sldMkLst>
          <pc:docMk/>
          <pc:sldMk cId="203914942" sldId="13150"/>
        </pc:sldMkLst>
        <pc:spChg chg="mod">
          <ac:chgData name="miller maxwell" userId="a31f5959b16bf381" providerId="LiveId" clId="{6174BBB1-69BF-4DD0-B960-9ACB5AB5D869}" dt="2019-11-20T07:08:23.254" v="745"/>
          <ac:spMkLst>
            <pc:docMk/>
            <pc:sldMk cId="203914942" sldId="13150"/>
            <ac:spMk id="3003" creationId="{00000000-0000-0000-0000-000000000000}"/>
          </ac:spMkLst>
        </pc:spChg>
      </pc:sldChg>
      <pc:sldChg chg="modSp">
        <pc:chgData name="miller maxwell" userId="a31f5959b16bf381" providerId="LiveId" clId="{6174BBB1-69BF-4DD0-B960-9ACB5AB5D869}" dt="2019-11-20T13:07:28.068" v="2962" actId="404"/>
        <pc:sldMkLst>
          <pc:docMk/>
          <pc:sldMk cId="3226435288" sldId="13152"/>
        </pc:sldMkLst>
        <pc:spChg chg="mod">
          <ac:chgData name="miller maxwell" userId="a31f5959b16bf381" providerId="LiveId" clId="{6174BBB1-69BF-4DD0-B960-9ACB5AB5D869}" dt="2019-11-20T12:43:03.711" v="2626"/>
          <ac:spMkLst>
            <pc:docMk/>
            <pc:sldMk cId="3226435288" sldId="13152"/>
            <ac:spMk id="6" creationId="{5CF3E973-0AC8-4595-8B0A-D5D0B6285DCF}"/>
          </ac:spMkLst>
        </pc:spChg>
        <pc:spChg chg="mod">
          <ac:chgData name="miller maxwell" userId="a31f5959b16bf381" providerId="LiveId" clId="{6174BBB1-69BF-4DD0-B960-9ACB5AB5D869}" dt="2019-11-20T11:50:37.956" v="2384"/>
          <ac:spMkLst>
            <pc:docMk/>
            <pc:sldMk cId="3226435288" sldId="13152"/>
            <ac:spMk id="27" creationId="{48F56998-5997-452F-BE17-B0DDAA03CBA6}"/>
          </ac:spMkLst>
        </pc:spChg>
        <pc:spChg chg="mod">
          <ac:chgData name="miller maxwell" userId="a31f5959b16bf381" providerId="LiveId" clId="{6174BBB1-69BF-4DD0-B960-9ACB5AB5D869}" dt="2019-11-20T13:07:25.046" v="2961" actId="404"/>
          <ac:spMkLst>
            <pc:docMk/>
            <pc:sldMk cId="3226435288" sldId="13152"/>
            <ac:spMk id="32" creationId="{B60B2B59-66E9-4838-B3BC-2EF82D29EA69}"/>
          </ac:spMkLst>
        </pc:spChg>
        <pc:spChg chg="mod">
          <ac:chgData name="miller maxwell" userId="a31f5959b16bf381" providerId="LiveId" clId="{6174BBB1-69BF-4DD0-B960-9ACB5AB5D869}" dt="2019-11-20T13:07:28.068" v="2962" actId="404"/>
          <ac:spMkLst>
            <pc:docMk/>
            <pc:sldMk cId="3226435288" sldId="13152"/>
            <ac:spMk id="37" creationId="{E77834DE-695A-4F54-80F4-643C2DD81A21}"/>
          </ac:spMkLst>
        </pc:spChg>
        <pc:grpChg chg="mod">
          <ac:chgData name="miller maxwell" userId="a31f5959b16bf381" providerId="LiveId" clId="{6174BBB1-69BF-4DD0-B960-9ACB5AB5D869}" dt="2019-11-20T12:01:12.808" v="2543" actId="14100"/>
          <ac:grpSpMkLst>
            <pc:docMk/>
            <pc:sldMk cId="3226435288" sldId="13152"/>
            <ac:grpSpMk id="31" creationId="{B3C985E1-D669-4690-8B71-4BA09CEC32CA}"/>
          </ac:grpSpMkLst>
        </pc:grpChg>
      </pc:sldChg>
      <pc:sldChg chg="modSp">
        <pc:chgData name="miller maxwell" userId="a31f5959b16bf381" providerId="LiveId" clId="{6174BBB1-69BF-4DD0-B960-9ACB5AB5D869}" dt="2019-11-20T13:16:58.584" v="3263"/>
        <pc:sldMkLst>
          <pc:docMk/>
          <pc:sldMk cId="2723008450" sldId="13154"/>
        </pc:sldMkLst>
        <pc:spChg chg="mod">
          <ac:chgData name="miller maxwell" userId="a31f5959b16bf381" providerId="LiveId" clId="{6174BBB1-69BF-4DD0-B960-9ACB5AB5D869}" dt="2019-11-20T11:52:55.062" v="2406"/>
          <ac:spMkLst>
            <pc:docMk/>
            <pc:sldMk cId="2723008450" sldId="13154"/>
            <ac:spMk id="6" creationId="{D118484E-221D-4934-A56A-AA426526AFF9}"/>
          </ac:spMkLst>
        </pc:spChg>
        <pc:spChg chg="mod">
          <ac:chgData name="miller maxwell" userId="a31f5959b16bf381" providerId="LiveId" clId="{6174BBB1-69BF-4DD0-B960-9ACB5AB5D869}" dt="2019-11-20T13:07:11.086" v="2959"/>
          <ac:spMkLst>
            <pc:docMk/>
            <pc:sldMk cId="2723008450" sldId="13154"/>
            <ac:spMk id="25" creationId="{C44AD68A-87A0-482A-A4B6-35C189FC497F}"/>
          </ac:spMkLst>
        </pc:spChg>
        <pc:spChg chg="mod">
          <ac:chgData name="miller maxwell" userId="a31f5959b16bf381" providerId="LiveId" clId="{6174BBB1-69BF-4DD0-B960-9ACB5AB5D869}" dt="2019-11-20T13:14:29.929" v="3188"/>
          <ac:spMkLst>
            <pc:docMk/>
            <pc:sldMk cId="2723008450" sldId="13154"/>
            <ac:spMk id="30" creationId="{AFDF36AA-4DA0-4AFA-90B3-6403C9CA16B0}"/>
          </ac:spMkLst>
        </pc:spChg>
        <pc:spChg chg="mod">
          <ac:chgData name="miller maxwell" userId="a31f5959b16bf381" providerId="LiveId" clId="{6174BBB1-69BF-4DD0-B960-9ACB5AB5D869}" dt="2019-11-20T13:16:58.584" v="3263"/>
          <ac:spMkLst>
            <pc:docMk/>
            <pc:sldMk cId="2723008450" sldId="13154"/>
            <ac:spMk id="35" creationId="{D33C278D-F7FD-4F83-8711-CDEE1110B699}"/>
          </ac:spMkLst>
        </pc:spChg>
        <pc:grpChg chg="mod">
          <ac:chgData name="miller maxwell" userId="a31f5959b16bf381" providerId="LiveId" clId="{6174BBB1-69BF-4DD0-B960-9ACB5AB5D869}" dt="2019-11-20T13:11:12.427" v="3120" actId="14100"/>
          <ac:grpSpMkLst>
            <pc:docMk/>
            <pc:sldMk cId="2723008450" sldId="13154"/>
            <ac:grpSpMk id="29" creationId="{D737C3C4-A539-4234-B690-20E9A3FEA20F}"/>
          </ac:grpSpMkLst>
        </pc:grpChg>
      </pc:sldChg>
      <pc:sldChg chg="modSp">
        <pc:chgData name="miller maxwell" userId="a31f5959b16bf381" providerId="LiveId" clId="{6174BBB1-69BF-4DD0-B960-9ACB5AB5D869}" dt="2019-11-20T14:23:09.740" v="3932"/>
        <pc:sldMkLst>
          <pc:docMk/>
          <pc:sldMk cId="379619700" sldId="13155"/>
        </pc:sldMkLst>
        <pc:spChg chg="mod">
          <ac:chgData name="miller maxwell" userId="a31f5959b16bf381" providerId="LiveId" clId="{6174BBB1-69BF-4DD0-B960-9ACB5AB5D869}" dt="2019-11-20T11:53:05.125" v="2408"/>
          <ac:spMkLst>
            <pc:docMk/>
            <pc:sldMk cId="379619700" sldId="13155"/>
            <ac:spMk id="24" creationId="{62727F9C-BE60-4D04-B4FB-ADB3051E788B}"/>
          </ac:spMkLst>
        </pc:spChg>
        <pc:spChg chg="mod">
          <ac:chgData name="miller maxwell" userId="a31f5959b16bf381" providerId="LiveId" clId="{6174BBB1-69BF-4DD0-B960-9ACB5AB5D869}" dt="2019-11-20T11:52:01.621" v="2402" actId="20577"/>
          <ac:spMkLst>
            <pc:docMk/>
            <pc:sldMk cId="379619700" sldId="13155"/>
            <ac:spMk id="26" creationId="{A24FA58A-58D5-4CEE-8671-7C56D8528D4A}"/>
          </ac:spMkLst>
        </pc:spChg>
        <pc:spChg chg="mod">
          <ac:chgData name="miller maxwell" userId="a31f5959b16bf381" providerId="LiveId" clId="{6174BBB1-69BF-4DD0-B960-9ACB5AB5D869}" dt="2019-11-20T14:21:38.693" v="3918" actId="20577"/>
          <ac:spMkLst>
            <pc:docMk/>
            <pc:sldMk cId="379619700" sldId="13155"/>
            <ac:spMk id="31" creationId="{0E8D52F4-43B5-4CE1-857C-A58588AD7A8C}"/>
          </ac:spMkLst>
        </pc:spChg>
        <pc:spChg chg="mod">
          <ac:chgData name="miller maxwell" userId="a31f5959b16bf381" providerId="LiveId" clId="{6174BBB1-69BF-4DD0-B960-9ACB5AB5D869}" dt="2019-11-20T14:23:09.740" v="3932"/>
          <ac:spMkLst>
            <pc:docMk/>
            <pc:sldMk cId="379619700" sldId="13155"/>
            <ac:spMk id="36" creationId="{0BBEC5E1-3C4D-4365-9824-C7AF6E0E8AAC}"/>
          </ac:spMkLst>
        </pc:spChg>
      </pc:sldChg>
      <pc:sldChg chg="addSp delSp modSp add">
        <pc:chgData name="miller maxwell" userId="a31f5959b16bf381" providerId="LiveId" clId="{6174BBB1-69BF-4DD0-B960-9ACB5AB5D869}" dt="2019-11-21T03:57:32.346" v="6239" actId="404"/>
        <pc:sldMkLst>
          <pc:docMk/>
          <pc:sldMk cId="4133682890" sldId="13168"/>
        </pc:sldMkLst>
        <pc:spChg chg="mod">
          <ac:chgData name="miller maxwell" userId="a31f5959b16bf381" providerId="LiveId" clId="{6174BBB1-69BF-4DD0-B960-9ACB5AB5D869}" dt="2019-11-21T02:48:52.284" v="5714" actId="404"/>
          <ac:spMkLst>
            <pc:docMk/>
            <pc:sldMk cId="4133682890" sldId="13168"/>
            <ac:spMk id="4" creationId="{00000000-0000-0000-0000-000000000000}"/>
          </ac:spMkLst>
        </pc:spChg>
        <pc:spChg chg="add mod">
          <ac:chgData name="miller maxwell" userId="a31f5959b16bf381" providerId="LiveId" clId="{6174BBB1-69BF-4DD0-B960-9ACB5AB5D869}" dt="2019-11-21T02:51:56.704" v="5803"/>
          <ac:spMkLst>
            <pc:docMk/>
            <pc:sldMk cId="4133682890" sldId="13168"/>
            <ac:spMk id="5" creationId="{434859CA-4A52-4B44-82C1-91601F740A51}"/>
          </ac:spMkLst>
        </pc:spChg>
        <pc:spChg chg="add mod">
          <ac:chgData name="miller maxwell" userId="a31f5959b16bf381" providerId="LiveId" clId="{6174BBB1-69BF-4DD0-B960-9ACB5AB5D869}" dt="2019-11-21T02:49:08.440" v="5719" actId="1076"/>
          <ac:spMkLst>
            <pc:docMk/>
            <pc:sldMk cId="4133682890" sldId="13168"/>
            <ac:spMk id="6" creationId="{C516B2AC-1C61-41BA-91F2-F1CF0D2CE433}"/>
          </ac:spMkLst>
        </pc:spChg>
        <pc:spChg chg="add mod">
          <ac:chgData name="miller maxwell" userId="a31f5959b16bf381" providerId="LiveId" clId="{6174BBB1-69BF-4DD0-B960-9ACB5AB5D869}" dt="2019-11-21T02:49:08.440" v="5719" actId="1076"/>
          <ac:spMkLst>
            <pc:docMk/>
            <pc:sldMk cId="4133682890" sldId="13168"/>
            <ac:spMk id="16" creationId="{DFF4FEC5-E0CC-40A8-A914-763A81639584}"/>
          </ac:spMkLst>
        </pc:spChg>
        <pc:spChg chg="del mod">
          <ac:chgData name="miller maxwell" userId="a31f5959b16bf381" providerId="LiveId" clId="{6174BBB1-69BF-4DD0-B960-9ACB5AB5D869}" dt="2019-11-21T02:48:55.291" v="5715" actId="478"/>
          <ac:spMkLst>
            <pc:docMk/>
            <pc:sldMk cId="4133682890" sldId="13168"/>
            <ac:spMk id="19" creationId="{C023311A-C056-4EE6-9CBD-2308DE3F2BD5}"/>
          </ac:spMkLst>
        </pc:spChg>
        <pc:grpChg chg="add mod">
          <ac:chgData name="miller maxwell" userId="a31f5959b16bf381" providerId="LiveId" clId="{6174BBB1-69BF-4DD0-B960-9ACB5AB5D869}" dt="2019-11-21T02:49:08.440" v="5719" actId="1076"/>
          <ac:grpSpMkLst>
            <pc:docMk/>
            <pc:sldMk cId="4133682890" sldId="13168"/>
            <ac:grpSpMk id="7" creationId="{264065C0-865C-41FC-B64F-BE3F9B909276}"/>
          </ac:grpSpMkLst>
        </pc:grpChg>
        <pc:graphicFrameChg chg="mod modGraphic">
          <ac:chgData name="miller maxwell" userId="a31f5959b16bf381" providerId="LiveId" clId="{6174BBB1-69BF-4DD0-B960-9ACB5AB5D869}" dt="2019-11-21T03:57:32.346" v="6239" actId="404"/>
          <ac:graphicFrameMkLst>
            <pc:docMk/>
            <pc:sldMk cId="4133682890" sldId="13168"/>
            <ac:graphicFrameMk id="3" creationId="{00000000-0000-0000-0000-000000000000}"/>
          </ac:graphicFrameMkLst>
        </pc:graphicFrameChg>
      </pc:sldChg>
      <pc:sldChg chg="addSp delSp modSp add">
        <pc:chgData name="miller maxwell" userId="a31f5959b16bf381" providerId="LiveId" clId="{6174BBB1-69BF-4DD0-B960-9ACB5AB5D869}" dt="2019-11-20T08:37:58.067" v="1750" actId="6549"/>
        <pc:sldMkLst>
          <pc:docMk/>
          <pc:sldMk cId="3684813840" sldId="13169"/>
        </pc:sldMkLst>
        <pc:spChg chg="del">
          <ac:chgData name="miller maxwell" userId="a31f5959b16bf381" providerId="LiveId" clId="{6174BBB1-69BF-4DD0-B960-9ACB5AB5D869}" dt="2019-11-20T08:10:12.866" v="1322" actId="478"/>
          <ac:spMkLst>
            <pc:docMk/>
            <pc:sldMk cId="3684813840" sldId="13169"/>
            <ac:spMk id="6" creationId="{6AE800A4-8FA1-4DFF-9753-09DB560F6834}"/>
          </ac:spMkLst>
        </pc:spChg>
        <pc:spChg chg="del">
          <ac:chgData name="miller maxwell" userId="a31f5959b16bf381" providerId="LiveId" clId="{6174BBB1-69BF-4DD0-B960-9ACB5AB5D869}" dt="2019-11-20T07:59:21.535" v="1297" actId="478"/>
          <ac:spMkLst>
            <pc:docMk/>
            <pc:sldMk cId="3684813840" sldId="13169"/>
            <ac:spMk id="7" creationId="{AA198E5F-DAD8-4380-8B84-5219D2698BBA}"/>
          </ac:spMkLst>
        </pc:spChg>
        <pc:spChg chg="del mod">
          <ac:chgData name="miller maxwell" userId="a31f5959b16bf381" providerId="LiveId" clId="{6174BBB1-69BF-4DD0-B960-9ACB5AB5D869}" dt="2019-11-20T08:09:45.998" v="1317" actId="478"/>
          <ac:spMkLst>
            <pc:docMk/>
            <pc:sldMk cId="3684813840" sldId="13169"/>
            <ac:spMk id="8" creationId="{E59166EF-8D01-4125-A736-DC029D8A884C}"/>
          </ac:spMkLst>
        </pc:spChg>
        <pc:spChg chg="del">
          <ac:chgData name="miller maxwell" userId="a31f5959b16bf381" providerId="LiveId" clId="{6174BBB1-69BF-4DD0-B960-9ACB5AB5D869}" dt="2019-11-20T07:59:29.507" v="1300" actId="478"/>
          <ac:spMkLst>
            <pc:docMk/>
            <pc:sldMk cId="3684813840" sldId="13169"/>
            <ac:spMk id="10" creationId="{24615360-DCF6-49AF-AFCA-FED5256DCF44}"/>
          </ac:spMkLst>
        </pc:spChg>
        <pc:spChg chg="add del">
          <ac:chgData name="miller maxwell" userId="a31f5959b16bf381" providerId="LiveId" clId="{6174BBB1-69BF-4DD0-B960-9ACB5AB5D869}" dt="2019-11-20T08:09:44.482" v="1316"/>
          <ac:spMkLst>
            <pc:docMk/>
            <pc:sldMk cId="3684813840" sldId="13169"/>
            <ac:spMk id="11" creationId="{A9FE9CBD-7B4F-4DF1-B9E0-BDB32D020F4A}"/>
          </ac:spMkLst>
        </pc:spChg>
        <pc:spChg chg="mod">
          <ac:chgData name="miller maxwell" userId="a31f5959b16bf381" providerId="LiveId" clId="{6174BBB1-69BF-4DD0-B960-9ACB5AB5D869}" dt="2019-11-20T08:10:16.064" v="1323" actId="1076"/>
          <ac:spMkLst>
            <pc:docMk/>
            <pc:sldMk cId="3684813840" sldId="13169"/>
            <ac:spMk id="12" creationId="{3F62D74F-D759-4D42-8E55-0633920088D0}"/>
          </ac:spMkLst>
        </pc:spChg>
        <pc:spChg chg="add mod">
          <ac:chgData name="miller maxwell" userId="a31f5959b16bf381" providerId="LiveId" clId="{6174BBB1-69BF-4DD0-B960-9ACB5AB5D869}" dt="2019-11-20T08:37:58.067" v="1750" actId="6549"/>
          <ac:spMkLst>
            <pc:docMk/>
            <pc:sldMk cId="3684813840" sldId="13169"/>
            <ac:spMk id="16" creationId="{DA6BADC4-D8A6-4EA6-ABB0-7671675E6740}"/>
          </ac:spMkLst>
        </pc:spChg>
        <pc:grpChg chg="add del">
          <ac:chgData name="miller maxwell" userId="a31f5959b16bf381" providerId="LiveId" clId="{6174BBB1-69BF-4DD0-B960-9ACB5AB5D869}" dt="2019-11-20T08:09:44.482" v="1316"/>
          <ac:grpSpMkLst>
            <pc:docMk/>
            <pc:sldMk cId="3684813840" sldId="13169"/>
            <ac:grpSpMk id="13" creationId="{08A8E425-2CCC-4095-AED7-BAB7E515DCB3}"/>
          </ac:grpSpMkLst>
        </pc:grpChg>
        <pc:grpChg chg="add mod">
          <ac:chgData name="miller maxwell" userId="a31f5959b16bf381" providerId="LiveId" clId="{6174BBB1-69BF-4DD0-B960-9ACB5AB5D869}" dt="2019-11-20T08:10:21.160" v="1324" actId="1076"/>
          <ac:grpSpMkLst>
            <pc:docMk/>
            <pc:sldMk cId="3684813840" sldId="13169"/>
            <ac:grpSpMk id="17" creationId="{A8AEAF8E-26B8-4AEC-B4E6-4D71355376CD}"/>
          </ac:grpSpMkLst>
        </pc:grpChg>
        <pc:picChg chg="add del mod">
          <ac:chgData name="miller maxwell" userId="a31f5959b16bf381" providerId="LiveId" clId="{6174BBB1-69BF-4DD0-B960-9ACB5AB5D869}" dt="2019-11-20T08:11:35.881" v="1332" actId="478"/>
          <ac:picMkLst>
            <pc:docMk/>
            <pc:sldMk cId="3684813840" sldId="13169"/>
            <ac:picMk id="2" creationId="{C7F79A31-43D9-41BD-B0E3-6F3642943382}"/>
          </ac:picMkLst>
        </pc:picChg>
        <pc:picChg chg="add mod">
          <ac:chgData name="miller maxwell" userId="a31f5959b16bf381" providerId="LiveId" clId="{6174BBB1-69BF-4DD0-B960-9ACB5AB5D869}" dt="2019-11-20T08:11:50.081" v="1337" actId="14100"/>
          <ac:picMkLst>
            <pc:docMk/>
            <pc:sldMk cId="3684813840" sldId="13169"/>
            <ac:picMk id="3" creationId="{84E41632-11EC-4EBA-B322-473ECF2C453D}"/>
          </ac:picMkLst>
        </pc:picChg>
      </pc:sldChg>
      <pc:sldChg chg="addSp delSp modSp add">
        <pc:chgData name="miller maxwell" userId="a31f5959b16bf381" providerId="LiveId" clId="{6174BBB1-69BF-4DD0-B960-9ACB5AB5D869}" dt="2019-11-20T14:22:17.143" v="3931" actId="20577"/>
        <pc:sldMkLst>
          <pc:docMk/>
          <pc:sldMk cId="1034618275" sldId="13170"/>
        </pc:sldMkLst>
        <pc:spChg chg="mod">
          <ac:chgData name="miller maxwell" userId="a31f5959b16bf381" providerId="LiveId" clId="{6174BBB1-69BF-4DD0-B960-9ACB5AB5D869}" dt="2019-11-20T14:22:17.143" v="3931" actId="20577"/>
          <ac:spMkLst>
            <pc:docMk/>
            <pc:sldMk cId="1034618275" sldId="13170"/>
            <ac:spMk id="6" creationId="{00000000-0000-0000-0000-000000000000}"/>
          </ac:spMkLst>
        </pc:spChg>
        <pc:spChg chg="mod">
          <ac:chgData name="miller maxwell" userId="a31f5959b16bf381" providerId="LiveId" clId="{6174BBB1-69BF-4DD0-B960-9ACB5AB5D869}" dt="2019-11-20T13:05:58.208" v="2952"/>
          <ac:spMkLst>
            <pc:docMk/>
            <pc:sldMk cId="1034618275" sldId="13170"/>
            <ac:spMk id="16" creationId="{592C6F01-E034-439E-BA28-171FFA1A4827}"/>
          </ac:spMkLst>
        </pc:spChg>
        <pc:picChg chg="add del mod">
          <ac:chgData name="miller maxwell" userId="a31f5959b16bf381" providerId="LiveId" clId="{6174BBB1-69BF-4DD0-B960-9ACB5AB5D869}" dt="2019-11-20T13:35:47.624" v="3272" actId="478"/>
          <ac:picMkLst>
            <pc:docMk/>
            <pc:sldMk cId="1034618275" sldId="13170"/>
            <ac:picMk id="2" creationId="{4E6CBA69-092B-435F-BAFC-81557A12241F}"/>
          </ac:picMkLst>
        </pc:picChg>
        <pc:picChg chg="add del mod">
          <ac:chgData name="miller maxwell" userId="a31f5959b16bf381" providerId="LiveId" clId="{6174BBB1-69BF-4DD0-B960-9ACB5AB5D869}" dt="2019-11-20T13:35:47.624" v="3272" actId="478"/>
          <ac:picMkLst>
            <pc:docMk/>
            <pc:sldMk cId="1034618275" sldId="13170"/>
            <ac:picMk id="3" creationId="{6E200821-5986-472A-849E-903CA6BD78A9}"/>
          </ac:picMkLst>
        </pc:picChg>
        <pc:picChg chg="add del mod">
          <ac:chgData name="miller maxwell" userId="a31f5959b16bf381" providerId="LiveId" clId="{6174BBB1-69BF-4DD0-B960-9ACB5AB5D869}" dt="2019-11-20T13:37:25.288" v="3278" actId="478"/>
          <ac:picMkLst>
            <pc:docMk/>
            <pc:sldMk cId="1034618275" sldId="13170"/>
            <ac:picMk id="4" creationId="{E9BF3F41-E9D8-439F-8409-BDDED679BC15}"/>
          </ac:picMkLst>
        </pc:picChg>
        <pc:picChg chg="add del mod">
          <ac:chgData name="miller maxwell" userId="a31f5959b16bf381" providerId="LiveId" clId="{6174BBB1-69BF-4DD0-B960-9ACB5AB5D869}" dt="2019-11-20T13:40:38.673" v="3301" actId="478"/>
          <ac:picMkLst>
            <pc:docMk/>
            <pc:sldMk cId="1034618275" sldId="13170"/>
            <ac:picMk id="5" creationId="{5B224FF8-A25B-40ED-9B5A-E26D55FE8A1D}"/>
          </ac:picMkLst>
        </pc:picChg>
        <pc:picChg chg="del">
          <ac:chgData name="miller maxwell" userId="a31f5959b16bf381" providerId="LiveId" clId="{6174BBB1-69BF-4DD0-B960-9ACB5AB5D869}" dt="2019-11-20T13:17:47.827" v="3264" actId="478"/>
          <ac:picMkLst>
            <pc:docMk/>
            <pc:sldMk cId="1034618275" sldId="13170"/>
            <ac:picMk id="10" creationId="{A52E6A79-DD64-4425-8A1B-94BB139B07A9}"/>
          </ac:picMkLst>
        </pc:picChg>
        <pc:picChg chg="add del mod">
          <ac:chgData name="miller maxwell" userId="a31f5959b16bf381" providerId="LiveId" clId="{6174BBB1-69BF-4DD0-B960-9ACB5AB5D869}" dt="2019-11-20T13:49:39.185" v="3440" actId="478"/>
          <ac:picMkLst>
            <pc:docMk/>
            <pc:sldMk cId="1034618275" sldId="13170"/>
            <ac:picMk id="11" creationId="{377AC872-E814-4606-B84F-2F35D0E0DD9A}"/>
          </ac:picMkLst>
        </pc:picChg>
        <pc:picChg chg="add mod">
          <ac:chgData name="miller maxwell" userId="a31f5959b16bf381" providerId="LiveId" clId="{6174BBB1-69BF-4DD0-B960-9ACB5AB5D869}" dt="2019-11-20T13:49:47.783" v="3445" actId="1076"/>
          <ac:picMkLst>
            <pc:docMk/>
            <pc:sldMk cId="1034618275" sldId="13170"/>
            <ac:picMk id="12" creationId="{ED0E4192-88CA-439A-B89E-3EE366CC46BD}"/>
          </ac:picMkLst>
        </pc:picChg>
      </pc:sldChg>
      <pc:sldChg chg="addSp delSp modSp add">
        <pc:chgData name="miller maxwell" userId="a31f5959b16bf381" providerId="LiveId" clId="{6174BBB1-69BF-4DD0-B960-9ACB5AB5D869}" dt="2019-11-21T01:43:04.727" v="4424"/>
        <pc:sldMkLst>
          <pc:docMk/>
          <pc:sldMk cId="610315430" sldId="13171"/>
        </pc:sldMkLst>
        <pc:spChg chg="mod">
          <ac:chgData name="miller maxwell" userId="a31f5959b16bf381" providerId="LiveId" clId="{6174BBB1-69BF-4DD0-B960-9ACB5AB5D869}" dt="2019-11-21T01:43:04.727" v="4424"/>
          <ac:spMkLst>
            <pc:docMk/>
            <pc:sldMk cId="610315430" sldId="13171"/>
            <ac:spMk id="6" creationId="{00000000-0000-0000-0000-000000000000}"/>
          </ac:spMkLst>
        </pc:spChg>
        <pc:spChg chg="mod">
          <ac:chgData name="miller maxwell" userId="a31f5959b16bf381" providerId="LiveId" clId="{6174BBB1-69BF-4DD0-B960-9ACB5AB5D869}" dt="2019-11-20T14:23:50.340" v="3936"/>
          <ac:spMkLst>
            <pc:docMk/>
            <pc:sldMk cId="610315430" sldId="13171"/>
            <ac:spMk id="16" creationId="{592C6F01-E034-439E-BA28-171FFA1A4827}"/>
          </ac:spMkLst>
        </pc:spChg>
        <pc:grpChg chg="mod">
          <ac:chgData name="miller maxwell" userId="a31f5959b16bf381" providerId="LiveId" clId="{6174BBB1-69BF-4DD0-B960-9ACB5AB5D869}" dt="2019-11-20T15:09:29.217" v="4421" actId="1035"/>
          <ac:grpSpMkLst>
            <pc:docMk/>
            <pc:sldMk cId="610315430" sldId="13171"/>
            <ac:grpSpMk id="7" creationId="{00000000-0000-0000-0000-000000000000}"/>
          </ac:grpSpMkLst>
        </pc:grpChg>
        <pc:picChg chg="add del mod">
          <ac:chgData name="miller maxwell" userId="a31f5959b16bf381" providerId="LiveId" clId="{6174BBB1-69BF-4DD0-B960-9ACB5AB5D869}" dt="2019-11-20T14:38:55.226" v="3951" actId="478"/>
          <ac:picMkLst>
            <pc:docMk/>
            <pc:sldMk cId="610315430" sldId="13171"/>
            <ac:picMk id="2" creationId="{6BC10768-E1F9-4BE6-8BF6-6931CA44CED5}"/>
          </ac:picMkLst>
        </pc:picChg>
        <pc:picChg chg="add del mod">
          <ac:chgData name="miller maxwell" userId="a31f5959b16bf381" providerId="LiveId" clId="{6174BBB1-69BF-4DD0-B960-9ACB5AB5D869}" dt="2019-11-20T14:45:21.426" v="4176" actId="478"/>
          <ac:picMkLst>
            <pc:docMk/>
            <pc:sldMk cId="610315430" sldId="13171"/>
            <ac:picMk id="3" creationId="{88141FC1-72F9-411B-A3F9-0FC84962AD63}"/>
          </ac:picMkLst>
        </pc:picChg>
        <pc:picChg chg="add mod">
          <ac:chgData name="miller maxwell" userId="a31f5959b16bf381" providerId="LiveId" clId="{6174BBB1-69BF-4DD0-B960-9ACB5AB5D869}" dt="2019-11-20T14:57:59.575" v="4230" actId="1076"/>
          <ac:picMkLst>
            <pc:docMk/>
            <pc:sldMk cId="610315430" sldId="13171"/>
            <ac:picMk id="4" creationId="{7A37AD07-ACCA-4930-9C78-6B8E580A1B22}"/>
          </ac:picMkLst>
        </pc:picChg>
        <pc:picChg chg="add del mod">
          <ac:chgData name="miller maxwell" userId="a31f5959b16bf381" providerId="LiveId" clId="{6174BBB1-69BF-4DD0-B960-9ACB5AB5D869}" dt="2019-11-20T15:00:04.082" v="4232" actId="478"/>
          <ac:picMkLst>
            <pc:docMk/>
            <pc:sldMk cId="610315430" sldId="13171"/>
            <ac:picMk id="5" creationId="{CCF42696-C9F0-4792-9A73-D1C63B65D04F}"/>
          </ac:picMkLst>
        </pc:picChg>
        <pc:picChg chg="add del mod">
          <ac:chgData name="miller maxwell" userId="a31f5959b16bf381" providerId="LiveId" clId="{6174BBB1-69BF-4DD0-B960-9ACB5AB5D869}" dt="2019-11-20T15:06:02.687" v="4318" actId="478"/>
          <ac:picMkLst>
            <pc:docMk/>
            <pc:sldMk cId="610315430" sldId="13171"/>
            <ac:picMk id="10" creationId="{8D4F82CE-9224-4D7B-AB9D-1B0D51138BAE}"/>
          </ac:picMkLst>
        </pc:picChg>
        <pc:picChg chg="add del mod">
          <ac:chgData name="miller maxwell" userId="a31f5959b16bf381" providerId="LiveId" clId="{6174BBB1-69BF-4DD0-B960-9ACB5AB5D869}" dt="2019-11-20T15:07:35.103" v="4322" actId="478"/>
          <ac:picMkLst>
            <pc:docMk/>
            <pc:sldMk cId="610315430" sldId="13171"/>
            <ac:picMk id="11" creationId="{1FB567E9-74B6-49A2-A43A-8C12D1C1558E}"/>
          </ac:picMkLst>
        </pc:picChg>
        <pc:picChg chg="del">
          <ac:chgData name="miller maxwell" userId="a31f5959b16bf381" providerId="LiveId" clId="{6174BBB1-69BF-4DD0-B960-9ACB5AB5D869}" dt="2019-11-20T14:23:51.701" v="3937" actId="478"/>
          <ac:picMkLst>
            <pc:docMk/>
            <pc:sldMk cId="610315430" sldId="13171"/>
            <ac:picMk id="12" creationId="{ED0E4192-88CA-439A-B89E-3EE366CC46BD}"/>
          </ac:picMkLst>
        </pc:picChg>
        <pc:picChg chg="add mod">
          <ac:chgData name="miller maxwell" userId="a31f5959b16bf381" providerId="LiveId" clId="{6174BBB1-69BF-4DD0-B960-9ACB5AB5D869}" dt="2019-11-20T15:07:45.248" v="4327" actId="1076"/>
          <ac:picMkLst>
            <pc:docMk/>
            <pc:sldMk cId="610315430" sldId="13171"/>
            <ac:picMk id="13" creationId="{F07B1ABB-E8BE-4872-8F83-EB2801CD064A}"/>
          </ac:picMkLst>
        </pc:picChg>
      </pc:sldChg>
      <pc:sldChg chg="modSp add modNotesTx">
        <pc:chgData name="miller maxwell" userId="a31f5959b16bf381" providerId="LiveId" clId="{6174BBB1-69BF-4DD0-B960-9ACB5AB5D869}" dt="2019-11-21T04:55:28.715" v="6906"/>
        <pc:sldMkLst>
          <pc:docMk/>
          <pc:sldMk cId="1433380656" sldId="13172"/>
        </pc:sldMkLst>
        <pc:spChg chg="mod">
          <ac:chgData name="miller maxwell" userId="a31f5959b16bf381" providerId="LiveId" clId="{6174BBB1-69BF-4DD0-B960-9ACB5AB5D869}" dt="2019-11-21T04:53:32.430" v="6903"/>
          <ac:spMkLst>
            <pc:docMk/>
            <pc:sldMk cId="1433380656" sldId="13172"/>
            <ac:spMk id="4" creationId="{00000000-0000-0000-0000-000000000000}"/>
          </ac:spMkLst>
        </pc:spChg>
        <pc:spChg chg="mod">
          <ac:chgData name="miller maxwell" userId="a31f5959b16bf381" providerId="LiveId" clId="{6174BBB1-69BF-4DD0-B960-9ACB5AB5D869}" dt="2019-11-21T04:55:28.715" v="6906"/>
          <ac:spMkLst>
            <pc:docMk/>
            <pc:sldMk cId="1433380656" sldId="13172"/>
            <ac:spMk id="5" creationId="{434859CA-4A52-4B44-82C1-91601F740A51}"/>
          </ac:spMkLst>
        </pc:spChg>
        <pc:graphicFrameChg chg="mod modGraphic">
          <ac:chgData name="miller maxwell" userId="a31f5959b16bf381" providerId="LiveId" clId="{6174BBB1-69BF-4DD0-B960-9ACB5AB5D869}" dt="2019-11-21T04:14:45.439" v="6685"/>
          <ac:graphicFrameMkLst>
            <pc:docMk/>
            <pc:sldMk cId="1433380656" sldId="13172"/>
            <ac:graphicFrameMk id="3" creationId="{00000000-0000-0000-0000-000000000000}"/>
          </ac:graphicFrameMkLst>
        </pc:graphicFrameChg>
      </pc:sldChg>
      <pc:sldChg chg="modSp add">
        <pc:chgData name="miller maxwell" userId="a31f5959b16bf381" providerId="LiveId" clId="{6174BBB1-69BF-4DD0-B960-9ACB5AB5D869}" dt="2019-11-21T11:28:45.037" v="7433" actId="20577"/>
        <pc:sldMkLst>
          <pc:docMk/>
          <pc:sldMk cId="727724699" sldId="13173"/>
        </pc:sldMkLst>
        <pc:spChg chg="mod">
          <ac:chgData name="miller maxwell" userId="a31f5959b16bf381" providerId="LiveId" clId="{6174BBB1-69BF-4DD0-B960-9ACB5AB5D869}" dt="2019-11-21T04:18:18.664" v="6699" actId="403"/>
          <ac:spMkLst>
            <pc:docMk/>
            <pc:sldMk cId="727724699" sldId="13173"/>
            <ac:spMk id="4" creationId="{00000000-0000-0000-0000-000000000000}"/>
          </ac:spMkLst>
        </pc:spChg>
        <pc:spChg chg="mod">
          <ac:chgData name="miller maxwell" userId="a31f5959b16bf381" providerId="LiveId" clId="{6174BBB1-69BF-4DD0-B960-9ACB5AB5D869}" dt="2019-11-21T05:12:55.987" v="7411" actId="20577"/>
          <ac:spMkLst>
            <pc:docMk/>
            <pc:sldMk cId="727724699" sldId="13173"/>
            <ac:spMk id="5" creationId="{434859CA-4A52-4B44-82C1-91601F740A51}"/>
          </ac:spMkLst>
        </pc:spChg>
        <pc:graphicFrameChg chg="mod modGraphic">
          <ac:chgData name="miller maxwell" userId="a31f5959b16bf381" providerId="LiveId" clId="{6174BBB1-69BF-4DD0-B960-9ACB5AB5D869}" dt="2019-11-21T11:28:45.037" v="7433" actId="20577"/>
          <ac:graphicFrameMkLst>
            <pc:docMk/>
            <pc:sldMk cId="727724699" sldId="13173"/>
            <ac:graphicFrameMk id="3" creationId="{00000000-0000-0000-0000-000000000000}"/>
          </ac:graphicFrameMkLst>
        </pc:graphicFrameChg>
      </pc:sldChg>
    </pc:docChg>
  </pc:docChgLst>
  <pc:docChgLst>
    <pc:chgData name="刘 丙骑" userId="39a4c86fbeff70c0" providerId="LiveId" clId="{14F7D9E0-43A6-4B16-96CB-90E40BA02546}"/>
  </pc:docChgLst>
  <pc:docChgLst>
    <pc:chgData name="miller maxwell" userId="a31f5959b16bf381" providerId="LiveId" clId="{A6CFC630-BB49-46E8-88D7-46F0FF4A8BAD}"/>
    <pc:docChg chg="undo custSel delSld modSld sldOrd">
      <pc:chgData name="miller maxwell" userId="a31f5959b16bf381" providerId="LiveId" clId="{A6CFC630-BB49-46E8-88D7-46F0FF4A8BAD}" dt="2019-12-17T11:38:48.393" v="1913"/>
      <pc:docMkLst>
        <pc:docMk/>
      </pc:docMkLst>
      <pc:sldChg chg="modSp">
        <pc:chgData name="miller maxwell" userId="a31f5959b16bf381" providerId="LiveId" clId="{A6CFC630-BB49-46E8-88D7-46F0FF4A8BAD}" dt="2019-12-17T11:35:21.115" v="1906"/>
        <pc:sldMkLst>
          <pc:docMk/>
          <pc:sldMk cId="0" sldId="12464"/>
        </pc:sldMkLst>
        <pc:spChg chg="mod">
          <ac:chgData name="miller maxwell" userId="a31f5959b16bf381" providerId="LiveId" clId="{A6CFC630-BB49-46E8-88D7-46F0FF4A8BAD}" dt="2019-12-17T11:35:21.115" v="1906"/>
          <ac:spMkLst>
            <pc:docMk/>
            <pc:sldMk cId="0" sldId="12464"/>
            <ac:spMk id="10" creationId="{8CA23A99-BDA3-49C9-950D-6A4815462D46}"/>
          </ac:spMkLst>
        </pc:spChg>
      </pc:sldChg>
      <pc:sldChg chg="modSp modNotesTx">
        <pc:chgData name="miller maxwell" userId="a31f5959b16bf381" providerId="LiveId" clId="{A6CFC630-BB49-46E8-88D7-46F0FF4A8BAD}" dt="2019-12-17T06:53:24.421" v="1149" actId="20577"/>
        <pc:sldMkLst>
          <pc:docMk/>
          <pc:sldMk cId="1729965310" sldId="12909"/>
        </pc:sldMkLst>
        <pc:spChg chg="mod">
          <ac:chgData name="miller maxwell" userId="a31f5959b16bf381" providerId="LiveId" clId="{A6CFC630-BB49-46E8-88D7-46F0FF4A8BAD}" dt="2019-12-12T08:08:37.506" v="1047" actId="1076"/>
          <ac:spMkLst>
            <pc:docMk/>
            <pc:sldMk cId="1729965310" sldId="12909"/>
            <ac:spMk id="5" creationId="{00000000-0000-0000-0000-000000000000}"/>
          </ac:spMkLst>
        </pc:spChg>
        <pc:spChg chg="mod">
          <ac:chgData name="miller maxwell" userId="a31f5959b16bf381" providerId="LiveId" clId="{A6CFC630-BB49-46E8-88D7-46F0FF4A8BAD}" dt="2019-12-17T06:49:44.008" v="1139"/>
          <ac:spMkLst>
            <pc:docMk/>
            <pc:sldMk cId="1729965310" sldId="12909"/>
            <ac:spMk id="11" creationId="{00000000-0000-0000-0000-000000000000}"/>
          </ac:spMkLst>
        </pc:spChg>
      </pc:sldChg>
      <pc:sldChg chg="addSp delSp modSp modNotesTx">
        <pc:chgData name="miller maxwell" userId="a31f5959b16bf381" providerId="LiveId" clId="{A6CFC630-BB49-46E8-88D7-46F0FF4A8BAD}" dt="2019-12-17T09:04:58.480" v="1882" actId="1076"/>
        <pc:sldMkLst>
          <pc:docMk/>
          <pc:sldMk cId="237875002" sldId="12914"/>
        </pc:sldMkLst>
        <pc:spChg chg="mod">
          <ac:chgData name="miller maxwell" userId="a31f5959b16bf381" providerId="LiveId" clId="{A6CFC630-BB49-46E8-88D7-46F0FF4A8BAD}" dt="2019-12-17T07:26:45.964" v="1359" actId="20577"/>
          <ac:spMkLst>
            <pc:docMk/>
            <pc:sldMk cId="237875002" sldId="12914"/>
            <ac:spMk id="4" creationId="{00000000-0000-0000-0000-000000000000}"/>
          </ac:spMkLst>
        </pc:spChg>
        <pc:spChg chg="mod">
          <ac:chgData name="miller maxwell" userId="a31f5959b16bf381" providerId="LiveId" clId="{A6CFC630-BB49-46E8-88D7-46F0FF4A8BAD}" dt="2019-12-17T07:26:28.443" v="1355" actId="20578"/>
          <ac:spMkLst>
            <pc:docMk/>
            <pc:sldMk cId="237875002" sldId="12914"/>
            <ac:spMk id="6" creationId="{00000000-0000-0000-0000-000000000000}"/>
          </ac:spMkLst>
        </pc:spChg>
        <pc:picChg chg="add del mod">
          <ac:chgData name="miller maxwell" userId="a31f5959b16bf381" providerId="LiveId" clId="{A6CFC630-BB49-46E8-88D7-46F0FF4A8BAD}" dt="2019-12-17T09:04:55.442" v="1880" actId="478"/>
          <ac:picMkLst>
            <pc:docMk/>
            <pc:sldMk cId="237875002" sldId="12914"/>
            <ac:picMk id="2" creationId="{55623D77-BFD5-4430-AE96-0FD1946F3497}"/>
          </ac:picMkLst>
        </pc:picChg>
        <pc:picChg chg="del">
          <ac:chgData name="miller maxwell" userId="a31f5959b16bf381" providerId="LiveId" clId="{A6CFC630-BB49-46E8-88D7-46F0FF4A8BAD}" dt="2019-12-17T07:51:57.274" v="1360" actId="478"/>
          <ac:picMkLst>
            <pc:docMk/>
            <pc:sldMk cId="237875002" sldId="12914"/>
            <ac:picMk id="3" creationId="{2F5B84A2-1410-4EC1-9928-3964DEC29401}"/>
          </ac:picMkLst>
        </pc:picChg>
        <pc:picChg chg="add mod">
          <ac:chgData name="miller maxwell" userId="a31f5959b16bf381" providerId="LiveId" clId="{A6CFC630-BB49-46E8-88D7-46F0FF4A8BAD}" dt="2019-12-17T09:04:58.480" v="1882" actId="1076"/>
          <ac:picMkLst>
            <pc:docMk/>
            <pc:sldMk cId="237875002" sldId="12914"/>
            <ac:picMk id="5" creationId="{29A9B41B-4EEC-470A-BF86-E751FFD7D640}"/>
          </ac:picMkLst>
        </pc:picChg>
      </pc:sldChg>
      <pc:sldChg chg="modSp">
        <pc:chgData name="miller maxwell" userId="a31f5959b16bf381" providerId="LiveId" clId="{A6CFC630-BB49-46E8-88D7-46F0FF4A8BAD}" dt="2019-12-17T11:38:48.393" v="1913"/>
        <pc:sldMkLst>
          <pc:docMk/>
          <pc:sldMk cId="3065428137" sldId="13032"/>
        </pc:sldMkLst>
        <pc:graphicFrameChg chg="mod modGraphic">
          <ac:chgData name="miller maxwell" userId="a31f5959b16bf381" providerId="LiveId" clId="{A6CFC630-BB49-46E8-88D7-46F0FF4A8BAD}" dt="2019-12-17T11:38:48.393" v="1913"/>
          <ac:graphicFrameMkLst>
            <pc:docMk/>
            <pc:sldMk cId="3065428137" sldId="13032"/>
            <ac:graphicFrameMk id="13" creationId="{BA158068-7BB1-4C41-87BA-281667EB9EDC}"/>
          </ac:graphicFrameMkLst>
        </pc:graphicFrameChg>
      </pc:sldChg>
      <pc:sldChg chg="modSp modNotesTx">
        <pc:chgData name="miller maxwell" userId="a31f5959b16bf381" providerId="LiveId" clId="{A6CFC630-BB49-46E8-88D7-46F0FF4A8BAD}" dt="2019-12-17T08:26:55.711" v="1661"/>
        <pc:sldMkLst>
          <pc:docMk/>
          <pc:sldMk cId="0" sldId="13128"/>
        </pc:sldMkLst>
        <pc:spChg chg="mod">
          <ac:chgData name="miller maxwell" userId="a31f5959b16bf381" providerId="LiveId" clId="{A6CFC630-BB49-46E8-88D7-46F0FF4A8BAD}" dt="2019-12-17T08:04:13.587" v="1391" actId="20577"/>
          <ac:spMkLst>
            <pc:docMk/>
            <pc:sldMk cId="0" sldId="13128"/>
            <ac:spMk id="14" creationId="{00000000-0000-0000-0000-000000000000}"/>
          </ac:spMkLst>
        </pc:spChg>
        <pc:spChg chg="mod">
          <ac:chgData name="miller maxwell" userId="a31f5959b16bf381" providerId="LiveId" clId="{A6CFC630-BB49-46E8-88D7-46F0FF4A8BAD}" dt="2019-12-17T08:26:55.711" v="1661"/>
          <ac:spMkLst>
            <pc:docMk/>
            <pc:sldMk cId="0" sldId="13128"/>
            <ac:spMk id="28" creationId="{00000000-0000-0000-0000-000000000000}"/>
          </ac:spMkLst>
        </pc:spChg>
      </pc:sldChg>
      <pc:sldChg chg="modSp">
        <pc:chgData name="miller maxwell" userId="a31f5959b16bf381" providerId="LiveId" clId="{A6CFC630-BB49-46E8-88D7-46F0FF4A8BAD}" dt="2019-12-17T08:36:41.417" v="1718" actId="20577"/>
        <pc:sldMkLst>
          <pc:docMk/>
          <pc:sldMk cId="540512644" sldId="13129"/>
        </pc:sldMkLst>
        <pc:spChg chg="mod">
          <ac:chgData name="miller maxwell" userId="a31f5959b16bf381" providerId="LiveId" clId="{A6CFC630-BB49-46E8-88D7-46F0FF4A8BAD}" dt="2019-12-17T08:36:41.417" v="1718" actId="20577"/>
          <ac:spMkLst>
            <pc:docMk/>
            <pc:sldMk cId="540512644" sldId="13129"/>
            <ac:spMk id="28" creationId="{00000000-0000-0000-0000-000000000000}"/>
          </ac:spMkLst>
        </pc:spChg>
      </pc:sldChg>
      <pc:sldChg chg="modSp">
        <pc:chgData name="miller maxwell" userId="a31f5959b16bf381" providerId="LiveId" clId="{A6CFC630-BB49-46E8-88D7-46F0FF4A8BAD}" dt="2019-12-17T08:48:52.987" v="1826" actId="1035"/>
        <pc:sldMkLst>
          <pc:docMk/>
          <pc:sldMk cId="1662095078" sldId="13130"/>
        </pc:sldMkLst>
        <pc:spChg chg="mod">
          <ac:chgData name="miller maxwell" userId="a31f5959b16bf381" providerId="LiveId" clId="{A6CFC630-BB49-46E8-88D7-46F0FF4A8BAD}" dt="2019-12-17T08:48:36.200" v="1814"/>
          <ac:spMkLst>
            <pc:docMk/>
            <pc:sldMk cId="1662095078" sldId="13130"/>
            <ac:spMk id="14" creationId="{00000000-0000-0000-0000-000000000000}"/>
          </ac:spMkLst>
        </pc:spChg>
        <pc:spChg chg="mod">
          <ac:chgData name="miller maxwell" userId="a31f5959b16bf381" providerId="LiveId" clId="{A6CFC630-BB49-46E8-88D7-46F0FF4A8BAD}" dt="2019-12-17T08:48:52.987" v="1826" actId="1035"/>
          <ac:spMkLst>
            <pc:docMk/>
            <pc:sldMk cId="1662095078" sldId="13130"/>
            <ac:spMk id="28" creationId="{00000000-0000-0000-0000-000000000000}"/>
          </ac:spMkLst>
        </pc:spChg>
      </pc:sldChg>
      <pc:sldChg chg="addSp delSp modSp">
        <pc:chgData name="miller maxwell" userId="a31f5959b16bf381" providerId="LiveId" clId="{A6CFC630-BB49-46E8-88D7-46F0FF4A8BAD}" dt="2019-12-17T08:52:08.977" v="1844" actId="14100"/>
        <pc:sldMkLst>
          <pc:docMk/>
          <pc:sldMk cId="188564065" sldId="13131"/>
        </pc:sldMkLst>
        <pc:spChg chg="mod">
          <ac:chgData name="miller maxwell" userId="a31f5959b16bf381" providerId="LiveId" clId="{A6CFC630-BB49-46E8-88D7-46F0FF4A8BAD}" dt="2019-12-17T08:51:39.724" v="1840"/>
          <ac:spMkLst>
            <pc:docMk/>
            <pc:sldMk cId="188564065" sldId="13131"/>
            <ac:spMk id="16" creationId="{592C6F01-E034-439E-BA28-171FFA1A4827}"/>
          </ac:spMkLst>
        </pc:spChg>
        <pc:picChg chg="mod">
          <ac:chgData name="miller maxwell" userId="a31f5959b16bf381" providerId="LiveId" clId="{A6CFC630-BB49-46E8-88D7-46F0FF4A8BAD}" dt="2019-12-17T08:52:08.977" v="1844" actId="14100"/>
          <ac:picMkLst>
            <pc:docMk/>
            <pc:sldMk cId="188564065" sldId="13131"/>
            <ac:picMk id="10" creationId="{A52E6A79-DD64-4425-8A1B-94BB139B07A9}"/>
          </ac:picMkLst>
        </pc:picChg>
        <pc:picChg chg="add del mod">
          <ac:chgData name="miller maxwell" userId="a31f5959b16bf381" providerId="LiveId" clId="{A6CFC630-BB49-46E8-88D7-46F0FF4A8BAD}" dt="2019-12-10T07:35:00.891" v="350" actId="478"/>
          <ac:picMkLst>
            <pc:docMk/>
            <pc:sldMk cId="188564065" sldId="13131"/>
            <ac:picMk id="11" creationId="{A190628B-D951-450A-9F44-0E0CC5994123}"/>
          </ac:picMkLst>
        </pc:picChg>
      </pc:sldChg>
      <pc:sldChg chg="modNotesTx">
        <pc:chgData name="miller maxwell" userId="a31f5959b16bf381" providerId="LiveId" clId="{A6CFC630-BB49-46E8-88D7-46F0FF4A8BAD}" dt="2019-12-17T07:01:15.030" v="1343" actId="20577"/>
        <pc:sldMkLst>
          <pc:docMk/>
          <pc:sldMk cId="1113978836" sldId="13149"/>
        </pc:sldMkLst>
      </pc:sldChg>
      <pc:sldChg chg="modSp modNotesTx">
        <pc:chgData name="miller maxwell" userId="a31f5959b16bf381" providerId="LiveId" clId="{A6CFC630-BB49-46E8-88D7-46F0FF4A8BAD}" dt="2019-12-17T06:58:25.225" v="1274" actId="20577"/>
        <pc:sldMkLst>
          <pc:docMk/>
          <pc:sldMk cId="203914942" sldId="13150"/>
        </pc:sldMkLst>
        <pc:spChg chg="mod">
          <ac:chgData name="miller maxwell" userId="a31f5959b16bf381" providerId="LiveId" clId="{A6CFC630-BB49-46E8-88D7-46F0FF4A8BAD}" dt="2019-12-17T06:46:58.570" v="1079"/>
          <ac:spMkLst>
            <pc:docMk/>
            <pc:sldMk cId="203914942" sldId="13150"/>
            <ac:spMk id="3003" creationId="{00000000-0000-0000-0000-000000000000}"/>
          </ac:spMkLst>
        </pc:spChg>
      </pc:sldChg>
      <pc:sldChg chg="modSp modNotesTx">
        <pc:chgData name="miller maxwell" userId="a31f5959b16bf381" providerId="LiveId" clId="{A6CFC630-BB49-46E8-88D7-46F0FF4A8BAD}" dt="2019-12-17T07:26:42.165" v="1357" actId="20577"/>
        <pc:sldMkLst>
          <pc:docMk/>
          <pc:sldMk cId="584492469" sldId="13151"/>
        </pc:sldMkLst>
        <pc:spChg chg="mod">
          <ac:chgData name="miller maxwell" userId="a31f5959b16bf381" providerId="LiveId" clId="{A6CFC630-BB49-46E8-88D7-46F0FF4A8BAD}" dt="2019-12-17T07:26:42.165" v="1357" actId="20577"/>
          <ac:spMkLst>
            <pc:docMk/>
            <pc:sldMk cId="584492469" sldId="13151"/>
            <ac:spMk id="29" creationId="{CF11C9FD-E36B-4B13-BCF3-445D8280227A}"/>
          </ac:spMkLst>
        </pc:spChg>
      </pc:sldChg>
      <pc:sldChg chg="modSp">
        <pc:chgData name="miller maxwell" userId="a31f5959b16bf381" providerId="LiveId" clId="{A6CFC630-BB49-46E8-88D7-46F0FF4A8BAD}" dt="2019-12-17T08:51:26.521" v="1839" actId="404"/>
        <pc:sldMkLst>
          <pc:docMk/>
          <pc:sldMk cId="3226435288" sldId="13152"/>
        </pc:sldMkLst>
        <pc:spChg chg="mod">
          <ac:chgData name="miller maxwell" userId="a31f5959b16bf381" providerId="LiveId" clId="{A6CFC630-BB49-46E8-88D7-46F0FF4A8BAD}" dt="2019-12-17T08:51:26.521" v="1839" actId="404"/>
          <ac:spMkLst>
            <pc:docMk/>
            <pc:sldMk cId="3226435288" sldId="13152"/>
            <ac:spMk id="6" creationId="{5CF3E973-0AC8-4595-8B0A-D5D0B6285DCF}"/>
          </ac:spMkLst>
        </pc:spChg>
        <pc:spChg chg="mod">
          <ac:chgData name="miller maxwell" userId="a31f5959b16bf381" providerId="LiveId" clId="{A6CFC630-BB49-46E8-88D7-46F0FF4A8BAD}" dt="2019-12-17T08:51:03.340" v="1836"/>
          <ac:spMkLst>
            <pc:docMk/>
            <pc:sldMk cId="3226435288" sldId="13152"/>
            <ac:spMk id="27" creationId="{48F56998-5997-452F-BE17-B0DDAA03CBA6}"/>
          </ac:spMkLst>
        </pc:spChg>
        <pc:spChg chg="mod">
          <ac:chgData name="miller maxwell" userId="a31f5959b16bf381" providerId="LiveId" clId="{A6CFC630-BB49-46E8-88D7-46F0FF4A8BAD}" dt="2019-12-17T08:50:44.284" v="1835" actId="20577"/>
          <ac:spMkLst>
            <pc:docMk/>
            <pc:sldMk cId="3226435288" sldId="13152"/>
            <ac:spMk id="32" creationId="{B60B2B59-66E9-4838-B3BC-2EF82D29EA69}"/>
          </ac:spMkLst>
        </pc:spChg>
        <pc:spChg chg="mod">
          <ac:chgData name="miller maxwell" userId="a31f5959b16bf381" providerId="LiveId" clId="{A6CFC630-BB49-46E8-88D7-46F0FF4A8BAD}" dt="2019-12-17T08:50:08.333" v="1828"/>
          <ac:spMkLst>
            <pc:docMk/>
            <pc:sldMk cId="3226435288" sldId="13152"/>
            <ac:spMk id="37" creationId="{E77834DE-695A-4F54-80F4-643C2DD81A21}"/>
          </ac:spMkLst>
        </pc:spChg>
        <pc:spChg chg="mod">
          <ac:chgData name="miller maxwell" userId="a31f5959b16bf381" providerId="LiveId" clId="{A6CFC630-BB49-46E8-88D7-46F0FF4A8BAD}" dt="2019-12-10T07:32:04.710" v="289" actId="14100"/>
          <ac:spMkLst>
            <pc:docMk/>
            <pc:sldMk cId="3226435288" sldId="13152"/>
            <ac:spMk id="39" creationId="{A34A293E-9368-4A24-82A4-43D27CDFC31D}"/>
          </ac:spMkLst>
        </pc:spChg>
        <pc:grpChg chg="mod">
          <ac:chgData name="miller maxwell" userId="a31f5959b16bf381" providerId="LiveId" clId="{A6CFC630-BB49-46E8-88D7-46F0FF4A8BAD}" dt="2019-12-10T07:31:57.356" v="287" actId="14100"/>
          <ac:grpSpMkLst>
            <pc:docMk/>
            <pc:sldMk cId="3226435288" sldId="13152"/>
            <ac:grpSpMk id="36" creationId="{C106DD90-08B4-421C-9A32-856D536EF293}"/>
          </ac:grpSpMkLst>
        </pc:grpChg>
      </pc:sldChg>
      <pc:sldChg chg="modSp">
        <pc:chgData name="miller maxwell" userId="a31f5959b16bf381" providerId="LiveId" clId="{A6CFC630-BB49-46E8-88D7-46F0FF4A8BAD}" dt="2019-12-17T08:53:13.005" v="1878"/>
        <pc:sldMkLst>
          <pc:docMk/>
          <pc:sldMk cId="2723008450" sldId="13154"/>
        </pc:sldMkLst>
        <pc:spChg chg="mod">
          <ac:chgData name="miller maxwell" userId="a31f5959b16bf381" providerId="LiveId" clId="{A6CFC630-BB49-46E8-88D7-46F0FF4A8BAD}" dt="2019-12-17T08:52:25.428" v="1845"/>
          <ac:spMkLst>
            <pc:docMk/>
            <pc:sldMk cId="2723008450" sldId="13154"/>
            <ac:spMk id="6" creationId="{D118484E-221D-4934-A56A-AA426526AFF9}"/>
          </ac:spMkLst>
        </pc:spChg>
        <pc:spChg chg="mod">
          <ac:chgData name="miller maxwell" userId="a31f5959b16bf381" providerId="LiveId" clId="{A6CFC630-BB49-46E8-88D7-46F0FF4A8BAD}" dt="2019-12-17T08:52:31.293" v="1846"/>
          <ac:spMkLst>
            <pc:docMk/>
            <pc:sldMk cId="2723008450" sldId="13154"/>
            <ac:spMk id="25" creationId="{C44AD68A-87A0-482A-A4B6-35C189FC497F}"/>
          </ac:spMkLst>
        </pc:spChg>
        <pc:spChg chg="mod">
          <ac:chgData name="miller maxwell" userId="a31f5959b16bf381" providerId="LiveId" clId="{A6CFC630-BB49-46E8-88D7-46F0FF4A8BAD}" dt="2019-12-17T08:53:13.005" v="1878"/>
          <ac:spMkLst>
            <pc:docMk/>
            <pc:sldMk cId="2723008450" sldId="13154"/>
            <ac:spMk id="30" creationId="{AFDF36AA-4DA0-4AFA-90B3-6403C9CA16B0}"/>
          </ac:spMkLst>
        </pc:spChg>
        <pc:spChg chg="mod">
          <ac:chgData name="miller maxwell" userId="a31f5959b16bf381" providerId="LiveId" clId="{A6CFC630-BB49-46E8-88D7-46F0FF4A8BAD}" dt="2019-12-10T08:12:55.648" v="666"/>
          <ac:spMkLst>
            <pc:docMk/>
            <pc:sldMk cId="2723008450" sldId="13154"/>
            <ac:spMk id="35" creationId="{D33C278D-F7FD-4F83-8711-CDEE1110B699}"/>
          </ac:spMkLst>
        </pc:spChg>
        <pc:spChg chg="mod">
          <ac:chgData name="miller maxwell" userId="a31f5959b16bf381" providerId="LiveId" clId="{A6CFC630-BB49-46E8-88D7-46F0FF4A8BAD}" dt="2019-12-10T08:13:08.379" v="668" actId="14100"/>
          <ac:spMkLst>
            <pc:docMk/>
            <pc:sldMk cId="2723008450" sldId="13154"/>
            <ac:spMk id="37" creationId="{173F7DF6-E73A-4362-9CF0-76F11E7C6908}"/>
          </ac:spMkLst>
        </pc:spChg>
        <pc:grpChg chg="mod">
          <ac:chgData name="miller maxwell" userId="a31f5959b16bf381" providerId="LiveId" clId="{A6CFC630-BB49-46E8-88D7-46F0FF4A8BAD}" dt="2019-12-10T08:13:05.292" v="667" actId="14100"/>
          <ac:grpSpMkLst>
            <pc:docMk/>
            <pc:sldMk cId="2723008450" sldId="13154"/>
            <ac:grpSpMk id="34" creationId="{11CFF578-801A-4E44-AE0E-DBD7349970AB}"/>
          </ac:grpSpMkLst>
        </pc:grpChg>
      </pc:sldChg>
      <pc:sldChg chg="modSp">
        <pc:chgData name="miller maxwell" userId="a31f5959b16bf381" providerId="LiveId" clId="{A6CFC630-BB49-46E8-88D7-46F0FF4A8BAD}" dt="2019-12-17T09:05:52.250" v="1900"/>
        <pc:sldMkLst>
          <pc:docMk/>
          <pc:sldMk cId="379619700" sldId="13155"/>
        </pc:sldMkLst>
        <pc:spChg chg="mod">
          <ac:chgData name="miller maxwell" userId="a31f5959b16bf381" providerId="LiveId" clId="{A6CFC630-BB49-46E8-88D7-46F0FF4A8BAD}" dt="2019-12-17T09:05:52.250" v="1900"/>
          <ac:spMkLst>
            <pc:docMk/>
            <pc:sldMk cId="379619700" sldId="13155"/>
            <ac:spMk id="24" creationId="{62727F9C-BE60-4D04-B4FB-ADB3051E788B}"/>
          </ac:spMkLst>
        </pc:spChg>
        <pc:spChg chg="mod">
          <ac:chgData name="miller maxwell" userId="a31f5959b16bf381" providerId="LiveId" clId="{A6CFC630-BB49-46E8-88D7-46F0FF4A8BAD}" dt="2019-12-17T09:05:31.979" v="1896"/>
          <ac:spMkLst>
            <pc:docMk/>
            <pc:sldMk cId="379619700" sldId="13155"/>
            <ac:spMk id="26" creationId="{A24FA58A-58D5-4CEE-8671-7C56D8528D4A}"/>
          </ac:spMkLst>
        </pc:spChg>
        <pc:spChg chg="mod">
          <ac:chgData name="miller maxwell" userId="a31f5959b16bf381" providerId="LiveId" clId="{A6CFC630-BB49-46E8-88D7-46F0FF4A8BAD}" dt="2019-12-10T08:14:29.970" v="669" actId="207"/>
          <ac:spMkLst>
            <pc:docMk/>
            <pc:sldMk cId="379619700" sldId="13155"/>
            <ac:spMk id="31" creationId="{0E8D52F4-43B5-4CE1-857C-A58588AD7A8C}"/>
          </ac:spMkLst>
        </pc:spChg>
        <pc:spChg chg="mod">
          <ac:chgData name="miller maxwell" userId="a31f5959b16bf381" providerId="LiveId" clId="{A6CFC630-BB49-46E8-88D7-46F0FF4A8BAD}" dt="2019-12-10T12:01:09.851" v="1020"/>
          <ac:spMkLst>
            <pc:docMk/>
            <pc:sldMk cId="379619700" sldId="13155"/>
            <ac:spMk id="36" creationId="{0BBEC5E1-3C4D-4365-9824-C7AF6E0E8AAC}"/>
          </ac:spMkLst>
        </pc:spChg>
        <pc:spChg chg="mod">
          <ac:chgData name="miller maxwell" userId="a31f5959b16bf381" providerId="LiveId" clId="{A6CFC630-BB49-46E8-88D7-46F0FF4A8BAD}" dt="2019-12-10T08:30:24.164" v="944" actId="14100"/>
          <ac:spMkLst>
            <pc:docMk/>
            <pc:sldMk cId="379619700" sldId="13155"/>
            <ac:spMk id="38" creationId="{25EBA546-5C7D-4A43-A21C-28EE2CC6BE1E}"/>
          </ac:spMkLst>
        </pc:spChg>
      </pc:sldChg>
      <pc:sldChg chg="modSp ord">
        <pc:chgData name="miller maxwell" userId="a31f5959b16bf381" providerId="LiveId" clId="{A6CFC630-BB49-46E8-88D7-46F0FF4A8BAD}" dt="2019-12-17T07:57:27.779" v="1387"/>
        <pc:sldMkLst>
          <pc:docMk/>
          <pc:sldMk cId="3684813840" sldId="13169"/>
        </pc:sldMkLst>
        <pc:spChg chg="mod">
          <ac:chgData name="miller maxwell" userId="a31f5959b16bf381" providerId="LiveId" clId="{A6CFC630-BB49-46E8-88D7-46F0FF4A8BAD}" dt="2019-12-17T07:57:07.387" v="1386" actId="20577"/>
          <ac:spMkLst>
            <pc:docMk/>
            <pc:sldMk cId="3684813840" sldId="13169"/>
            <ac:spMk id="16" creationId="{DA6BADC4-D8A6-4EA6-ABB0-7671675E6740}"/>
          </ac:spMkLst>
        </pc:spChg>
      </pc:sldChg>
      <pc:sldChg chg="modSp">
        <pc:chgData name="miller maxwell" userId="a31f5959b16bf381" providerId="LiveId" clId="{A6CFC630-BB49-46E8-88D7-46F0FF4A8BAD}" dt="2019-12-10T12:39:04.315" v="1029"/>
        <pc:sldMkLst>
          <pc:docMk/>
          <pc:sldMk cId="1034618275" sldId="13170"/>
        </pc:sldMkLst>
        <pc:spChg chg="mod">
          <ac:chgData name="miller maxwell" userId="a31f5959b16bf381" providerId="LiveId" clId="{A6CFC630-BB49-46E8-88D7-46F0FF4A8BAD}" dt="2019-12-10T12:39:04.315" v="1029"/>
          <ac:spMkLst>
            <pc:docMk/>
            <pc:sldMk cId="1034618275" sldId="13170"/>
            <ac:spMk id="16" creationId="{592C6F01-E034-439E-BA28-171FFA1A4827}"/>
          </ac:spMkLst>
        </pc:spChg>
      </pc:sldChg>
      <pc:sldChg chg="modSp">
        <pc:chgData name="miller maxwell" userId="a31f5959b16bf381" providerId="LiveId" clId="{A6CFC630-BB49-46E8-88D7-46F0FF4A8BAD}" dt="2019-12-17T09:05:48.335" v="1899"/>
        <pc:sldMkLst>
          <pc:docMk/>
          <pc:sldMk cId="610315430" sldId="13171"/>
        </pc:sldMkLst>
        <pc:spChg chg="mod">
          <ac:chgData name="miller maxwell" userId="a31f5959b16bf381" providerId="LiveId" clId="{A6CFC630-BB49-46E8-88D7-46F0FF4A8BAD}" dt="2019-12-17T09:05:48.335" v="1899"/>
          <ac:spMkLst>
            <pc:docMk/>
            <pc:sldMk cId="610315430" sldId="13171"/>
            <ac:spMk id="16" creationId="{592C6F01-E034-439E-BA28-171FFA1A4827}"/>
          </ac:spMkLst>
        </pc:spChg>
        <pc:picChg chg="mod">
          <ac:chgData name="miller maxwell" userId="a31f5959b16bf381" providerId="LiveId" clId="{A6CFC630-BB49-46E8-88D7-46F0FF4A8BAD}" dt="2019-12-10T11:46:51.368" v="970" actId="1076"/>
          <ac:picMkLst>
            <pc:docMk/>
            <pc:sldMk cId="610315430" sldId="13171"/>
            <ac:picMk id="11" creationId="{73BBF365-5F67-4B78-BC41-8DB0D53E3A6E}"/>
          </ac:picMkLst>
        </pc:picChg>
      </pc:sldChg>
    </pc:docChg>
  </pc:docChgLst>
  <pc:docChgLst>
    <pc:chgData name="刘 丙骑" userId="39a4c86fbeff70c0" providerId="LiveId" clId="{00F49639-FAD1-4FD5-8AFE-A25207BAE3C0}"/>
  </pc:docChgLst>
  <pc:docChgLst>
    <pc:chgData name="miller maxwell" userId="a31f5959b16bf381" providerId="LiveId" clId="{73FFF00D-FFDF-4224-98CD-C00DC6661A7C}"/>
    <pc:docChg chg="modSld">
      <pc:chgData name="miller maxwell" userId="a31f5959b16bf381" providerId="LiveId" clId="{73FFF00D-FFDF-4224-98CD-C00DC6661A7C}" dt="2019-12-09T11:35:21.430" v="17" actId="6549"/>
      <pc:docMkLst>
        <pc:docMk/>
      </pc:docMkLst>
      <pc:sldChg chg="modSp">
        <pc:chgData name="miller maxwell" userId="a31f5959b16bf381" providerId="LiveId" clId="{73FFF00D-FFDF-4224-98CD-C00DC6661A7C}" dt="2019-12-09T11:35:21.430" v="17" actId="6549"/>
        <pc:sldMkLst>
          <pc:docMk/>
          <pc:sldMk cId="4133682890" sldId="13168"/>
        </pc:sldMkLst>
        <pc:spChg chg="mod">
          <ac:chgData name="miller maxwell" userId="a31f5959b16bf381" providerId="LiveId" clId="{73FFF00D-FFDF-4224-98CD-C00DC6661A7C}" dt="2019-12-09T11:34:43.439" v="10"/>
          <ac:spMkLst>
            <pc:docMk/>
            <pc:sldMk cId="4133682890" sldId="13168"/>
            <ac:spMk id="4" creationId="{00000000-0000-0000-0000-000000000000}"/>
          </ac:spMkLst>
        </pc:spChg>
        <pc:spChg chg="mod">
          <ac:chgData name="miller maxwell" userId="a31f5959b16bf381" providerId="LiveId" clId="{73FFF00D-FFDF-4224-98CD-C00DC6661A7C}" dt="2019-12-09T11:35:21.430" v="17" actId="6549"/>
          <ac:spMkLst>
            <pc:docMk/>
            <pc:sldMk cId="4133682890" sldId="13168"/>
            <ac:spMk id="5" creationId="{434859CA-4A52-4B44-82C1-91601F740A51}"/>
          </ac:spMkLst>
        </pc:spChg>
      </pc:sldChg>
      <pc:sldChg chg="modSp">
        <pc:chgData name="miller maxwell" userId="a31f5959b16bf381" providerId="LiveId" clId="{73FFF00D-FFDF-4224-98CD-C00DC6661A7C}" dt="2019-12-09T11:34:10.234" v="3"/>
        <pc:sldMkLst>
          <pc:docMk/>
          <pc:sldMk cId="1433380656" sldId="13172"/>
        </pc:sldMkLst>
        <pc:spChg chg="mod">
          <ac:chgData name="miller maxwell" userId="a31f5959b16bf381" providerId="LiveId" clId="{73FFF00D-FFDF-4224-98CD-C00DC6661A7C}" dt="2019-12-09T11:34:10.234" v="3"/>
          <ac:spMkLst>
            <pc:docMk/>
            <pc:sldMk cId="1433380656" sldId="13172"/>
            <ac:spMk id="4" creationId="{00000000-0000-0000-0000-000000000000}"/>
          </ac:spMkLst>
        </pc:spChg>
      </pc:sldChg>
      <pc:sldChg chg="modSp">
        <pc:chgData name="miller maxwell" userId="a31f5959b16bf381" providerId="LiveId" clId="{73FFF00D-FFDF-4224-98CD-C00DC6661A7C}" dt="2019-12-09T11:34:16.390" v="7"/>
        <pc:sldMkLst>
          <pc:docMk/>
          <pc:sldMk cId="727724699" sldId="13173"/>
        </pc:sldMkLst>
        <pc:spChg chg="mod">
          <ac:chgData name="miller maxwell" userId="a31f5959b16bf381" providerId="LiveId" clId="{73FFF00D-FFDF-4224-98CD-C00DC6661A7C}" dt="2019-12-09T11:34:16.390" v="7"/>
          <ac:spMkLst>
            <pc:docMk/>
            <pc:sldMk cId="727724699" sldId="13173"/>
            <ac:spMk id="4"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2770" name="Rectangle 23"/>
          <p:cNvSpPr>
            <a:spLocks noGrp="1" noRot="1" noChangeAspect="1" noChangeArrowheads="1" noTextEdit="1"/>
          </p:cNvSpPr>
          <p:nvPr>
            <p:ph type="body" sz="quarter" idx="3"/>
          </p:nvPr>
        </p:nvSpPr>
        <p:spPr bwMode="auto">
          <a:xfrm>
            <a:off x="804863" y="4689475"/>
            <a:ext cx="5697537" cy="4449763"/>
          </a:xfrm>
          <a:prstGeom prst="rect">
            <a:avLst/>
          </a:prstGeom>
          <a:noFill/>
          <a:ln w="12700" cmpd="sng">
            <a:solidFill>
              <a:schemeClr val="tx1"/>
            </a:solidFill>
            <a:miter lim="800000"/>
          </a:ln>
        </p:spPr>
        <p:txBody>
          <a:bodyPr vert="horz" wrap="square" lIns="0" tIns="0" rIns="0" bIns="0" numCol="1" anchor="t" anchorCtr="0" compatLnSpc="1"/>
          <a:lstStyle/>
          <a:p>
            <a:pPr lvl="0"/>
            <a:endParaRPr lang="zh-CN" altLang="zh-CN" noProof="0"/>
          </a:p>
        </p:txBody>
      </p:sp>
      <p:sp>
        <p:nvSpPr>
          <p:cNvPr id="40963" name="Line 26"/>
          <p:cNvSpPr>
            <a:spLocks noChangeShapeType="1"/>
          </p:cNvSpPr>
          <p:nvPr/>
        </p:nvSpPr>
        <p:spPr bwMode="auto">
          <a:xfrm flipV="1">
            <a:off x="804863" y="9310688"/>
            <a:ext cx="5692775" cy="0"/>
          </a:xfrm>
          <a:prstGeom prst="line">
            <a:avLst/>
          </a:prstGeom>
          <a:noFill/>
          <a:ln w="12700">
            <a:solidFill>
              <a:schemeClr val="tx1"/>
            </a:solidFill>
            <a:round/>
          </a:ln>
        </p:spPr>
        <p:txBody>
          <a:bodyPr/>
          <a:lstStyle/>
          <a:p>
            <a:endParaRPr lang="zh-CN" altLang="en-US"/>
          </a:p>
        </p:txBody>
      </p:sp>
      <p:sp>
        <p:nvSpPr>
          <p:cNvPr id="40964" name="Rectangle 22"/>
          <p:cNvSpPr>
            <a:spLocks noGrp="1" noRot="1" noChangeAspect="1" noChangeArrowheads="1" noTextEdit="1"/>
          </p:cNvSpPr>
          <p:nvPr>
            <p:ph type="sldImg" idx="2"/>
          </p:nvPr>
        </p:nvSpPr>
        <p:spPr bwMode="auto">
          <a:xfrm>
            <a:off x="892439" y="295275"/>
            <a:ext cx="5604934" cy="4203700"/>
          </a:xfrm>
          <a:prstGeom prst="rect">
            <a:avLst/>
          </a:prstGeom>
          <a:noFill/>
          <a:ln w="12700">
            <a:solidFill>
              <a:schemeClr val="tx1"/>
            </a:solidFill>
            <a:miter lim="800000"/>
          </a:ln>
        </p:spPr>
      </p:sp>
      <p:sp>
        <p:nvSpPr>
          <p:cNvPr id="32773" name="Rectangle 24"/>
          <p:cNvSpPr>
            <a:spLocks noGrp="1" noChangeArrowheads="1"/>
          </p:cNvSpPr>
          <p:nvPr>
            <p:ph type="ftr" sz="quarter" idx="4"/>
          </p:nvPr>
        </p:nvSpPr>
        <p:spPr bwMode="auto">
          <a:xfrm>
            <a:off x="800100" y="9377363"/>
            <a:ext cx="296863" cy="122237"/>
          </a:xfrm>
          <a:prstGeom prst="rect">
            <a:avLst/>
          </a:prstGeom>
          <a:noFill/>
          <a:ln>
            <a:noFill/>
          </a:ln>
        </p:spPr>
        <p:txBody>
          <a:bodyPr vert="horz" wrap="none" lIns="0" tIns="0" rIns="0" bIns="0" numCol="1" anchor="ctr" anchorCtr="0" compatLnSpc="1">
            <a:spAutoFit/>
          </a:bodyPr>
          <a:lstStyle>
            <a:lvl1pPr defTabSz="953770" eaLnBrk="1" hangingPunct="1">
              <a:buFont typeface="Arial" panose="020B0604020202020204" pitchFamily="34" charset="0"/>
              <a:buNone/>
              <a:defRPr sz="800">
                <a:solidFill>
                  <a:schemeClr val="tx1"/>
                </a:solidFill>
                <a:latin typeface="Verdana" panose="020B0604030504040204" pitchFamily="34" charset="0"/>
              </a:defRPr>
            </a:lvl1pPr>
          </a:lstStyle>
          <a:p>
            <a:pPr>
              <a:defRPr/>
            </a:pPr>
            <a:endParaRPr lang="zh-CN" altLang="en-US"/>
          </a:p>
        </p:txBody>
      </p:sp>
      <p:sp>
        <p:nvSpPr>
          <p:cNvPr id="32774" name="Rectangle 25"/>
          <p:cNvSpPr>
            <a:spLocks noGrp="1" noChangeArrowheads="1"/>
          </p:cNvSpPr>
          <p:nvPr>
            <p:ph type="sldNum" sz="quarter" idx="5"/>
          </p:nvPr>
        </p:nvSpPr>
        <p:spPr bwMode="auto">
          <a:xfrm>
            <a:off x="6291263" y="9377363"/>
            <a:ext cx="200025" cy="122237"/>
          </a:xfrm>
          <a:prstGeom prst="rect">
            <a:avLst/>
          </a:prstGeom>
          <a:noFill/>
          <a:ln>
            <a:noFill/>
          </a:ln>
        </p:spPr>
        <p:txBody>
          <a:bodyPr vert="horz" wrap="none" lIns="0" tIns="0" rIns="0" bIns="0" numCol="1" anchor="ctr" anchorCtr="0" compatLnSpc="1">
            <a:spAutoFit/>
          </a:bodyPr>
          <a:lstStyle>
            <a:lvl1pPr algn="r" defTabSz="953770" eaLnBrk="1" hangingPunct="1">
              <a:buFont typeface="Arial" panose="020B0604020202020204" pitchFamily="34" charset="0"/>
              <a:buNone/>
              <a:defRPr sz="800">
                <a:solidFill>
                  <a:schemeClr val="tx1"/>
                </a:solidFill>
                <a:latin typeface="Verdana" panose="020B0604030504040204" pitchFamily="34" charset="0"/>
              </a:defRPr>
            </a:lvl1pPr>
          </a:lstStyle>
          <a:p>
            <a:pPr>
              <a:defRPr/>
            </a:pPr>
            <a:fld id="{D115BF00-C8D7-441B-A854-8D98EB8F2B14}" type="slidenum">
              <a:rPr lang="zh-CN" altLang="en-US"/>
              <a:t>‹#›</a:t>
            </a:fld>
            <a:endParaRPr lang="en-US" altLang="zh-CN"/>
          </a:p>
        </p:txBody>
      </p:sp>
      <p:sp>
        <p:nvSpPr>
          <p:cNvPr id="32775" name="Rectangle 27"/>
          <p:cNvSpPr>
            <a:spLocks noGrp="1" noChangeArrowheads="1"/>
          </p:cNvSpPr>
          <p:nvPr>
            <p:ph type="dt" idx="1"/>
          </p:nvPr>
        </p:nvSpPr>
        <p:spPr bwMode="auto">
          <a:xfrm>
            <a:off x="3492500" y="9385300"/>
            <a:ext cx="546100" cy="122238"/>
          </a:xfrm>
          <a:prstGeom prst="rect">
            <a:avLst/>
          </a:prstGeom>
          <a:noFill/>
          <a:ln>
            <a:noFill/>
          </a:ln>
        </p:spPr>
        <p:txBody>
          <a:bodyPr vert="horz" wrap="none" lIns="0" tIns="0" rIns="0" bIns="0" numCol="1" anchor="ctr" anchorCtr="1" compatLnSpc="1">
            <a:spAutoFit/>
          </a:bodyPr>
          <a:lstStyle>
            <a:lvl1pPr algn="ctr" defTabSz="953770" eaLnBrk="1" hangingPunct="1">
              <a:buFont typeface="Arial" panose="020B0604020202020204" pitchFamily="34" charset="0"/>
              <a:buNone/>
              <a:defRPr sz="800">
                <a:solidFill>
                  <a:schemeClr val="tx1"/>
                </a:solidFill>
                <a:latin typeface="Verdana" panose="020B0604030504040204" pitchFamily="34" charset="0"/>
              </a:defRPr>
            </a:lvl1pPr>
          </a:lstStyle>
          <a:p>
            <a:pPr>
              <a:defRPr/>
            </a:pPr>
            <a:endParaRPr lang="en-US" altLang="zh-CN"/>
          </a:p>
        </p:txBody>
      </p:sp>
    </p:spTree>
    <p:extLst>
      <p:ext uri="{BB962C8B-B14F-4D97-AF65-F5344CB8AC3E}">
        <p14:creationId xmlns:p14="http://schemas.microsoft.com/office/powerpoint/2010/main" val="3820340082"/>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tabLst>
        <a:tab pos="512445" algn="l"/>
      </a:tabLst>
      <a:defRPr sz="1100" kern="1200">
        <a:solidFill>
          <a:schemeClr val="tx1"/>
        </a:solidFill>
        <a:latin typeface="Times New Roman" panose="02020603050405020304" pitchFamily="18" charset="0"/>
        <a:ea typeface="+mn-ea"/>
        <a:cs typeface="Arial" panose="020B0604020202020204" pitchFamily="34" charset="0"/>
      </a:defRPr>
    </a:lvl1pPr>
    <a:lvl2pPr marL="228600" indent="-111125" algn="l" rtl="0" eaLnBrk="0" fontAlgn="base" hangingPunct="0">
      <a:spcBef>
        <a:spcPct val="0"/>
      </a:spcBef>
      <a:spcAft>
        <a:spcPct val="0"/>
      </a:spcAft>
      <a:buSzPct val="120000"/>
      <a:buChar char="•"/>
      <a:tabLst>
        <a:tab pos="512445" algn="l"/>
      </a:tabLst>
      <a:defRPr sz="1100" kern="1200">
        <a:solidFill>
          <a:schemeClr val="tx1"/>
        </a:solidFill>
        <a:latin typeface="Times New Roman" panose="02020603050405020304" pitchFamily="18" charset="0"/>
        <a:ea typeface="+mn-ea"/>
        <a:cs typeface="Arial" panose="020B0604020202020204" pitchFamily="34" charset="0"/>
      </a:defRPr>
    </a:lvl2pPr>
    <a:lvl3pPr marL="513080" indent="-167005" algn="l" rtl="0" eaLnBrk="0" fontAlgn="base" hangingPunct="0">
      <a:spcBef>
        <a:spcPct val="0"/>
      </a:spcBef>
      <a:spcAft>
        <a:spcPct val="0"/>
      </a:spcAft>
      <a:buFont typeface="Times New Roman" panose="02020603050405020304" pitchFamily="18" charset="0"/>
      <a:buChar char="–"/>
      <a:tabLst>
        <a:tab pos="512445" algn="l"/>
      </a:tabLst>
      <a:defRPr sz="1100" kern="1200">
        <a:solidFill>
          <a:schemeClr val="tx1"/>
        </a:solidFill>
        <a:latin typeface="Times New Roman" panose="02020603050405020304" pitchFamily="18" charset="0"/>
        <a:ea typeface="+mn-ea"/>
        <a:cs typeface="Arial" panose="020B0604020202020204" pitchFamily="34" charset="0"/>
      </a:defRPr>
    </a:lvl3pPr>
    <a:lvl4pPr marL="803275" indent="-117475" algn="l" rtl="0" eaLnBrk="0" fontAlgn="base" hangingPunct="0">
      <a:spcBef>
        <a:spcPct val="0"/>
      </a:spcBef>
      <a:spcAft>
        <a:spcPct val="0"/>
      </a:spcAft>
      <a:buSzPct val="80000"/>
      <a:buFont typeface="Wingdings" panose="05000000000000000000" pitchFamily="2" charset="2"/>
      <a:buChar char="§"/>
      <a:tabLst>
        <a:tab pos="512445" algn="l"/>
      </a:tabLst>
      <a:defRPr sz="1100" kern="1200">
        <a:solidFill>
          <a:schemeClr val="tx1"/>
        </a:solidFill>
        <a:latin typeface="Times New Roman" panose="02020603050405020304" pitchFamily="18" charset="0"/>
        <a:ea typeface="+mn-ea"/>
        <a:cs typeface="Arial" panose="020B0604020202020204" pitchFamily="34" charset="0"/>
      </a:defRPr>
    </a:lvl4pPr>
    <a:lvl5pPr marL="1143000" indent="-111125" algn="l" rtl="0" eaLnBrk="0" fontAlgn="base" hangingPunct="0">
      <a:spcBef>
        <a:spcPct val="0"/>
      </a:spcBef>
      <a:spcAft>
        <a:spcPct val="0"/>
      </a:spcAft>
      <a:buSzPct val="80000"/>
      <a:buFont typeface="Wingdings" panose="05000000000000000000" pitchFamily="2" charset="2"/>
      <a:buChar char="§"/>
      <a:tabLst>
        <a:tab pos="512445" algn="l"/>
      </a:tabLst>
      <a:defRPr sz="11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en-US" altLang="zh-CN" sz="1100" dirty="0">
              <a:sym typeface="+mn-ea"/>
            </a:endParaRPr>
          </a:p>
        </p:txBody>
      </p:sp>
      <p:sp>
        <p:nvSpPr>
          <p:cNvPr id="4" name="灯片编号占位符 3"/>
          <p:cNvSpPr>
            <a:spLocks noGrp="1"/>
          </p:cNvSpPr>
          <p:nvPr>
            <p:ph type="sldNum" sz="quarter" idx="10"/>
          </p:nvPr>
        </p:nvSpPr>
        <p:spPr/>
        <p:txBody>
          <a:bodyPr/>
          <a:lstStyle/>
          <a:p>
            <a:fld id="{8D0EDE2E-BCE2-4FB8-9E66-81B5927AF2AE}" type="slidenum">
              <a:rPr lang="zh-CN" altLang="en-US" smtClean="0"/>
              <a:t>1</a:t>
            </a:fld>
            <a:endParaRPr lang="zh-CN" altLang="en-US"/>
          </a:p>
        </p:txBody>
      </p:sp>
    </p:spTree>
    <p:extLst>
      <p:ext uri="{BB962C8B-B14F-4D97-AF65-F5344CB8AC3E}">
        <p14:creationId xmlns:p14="http://schemas.microsoft.com/office/powerpoint/2010/main" val="1846388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en-US" altLang="zh-CN" dirty="0">
              <a:sym typeface="+mn-ea"/>
            </a:endParaRPr>
          </a:p>
        </p:txBody>
      </p:sp>
      <p:sp>
        <p:nvSpPr>
          <p:cNvPr id="4" name="灯片编号占位符 3"/>
          <p:cNvSpPr>
            <a:spLocks noGrp="1"/>
          </p:cNvSpPr>
          <p:nvPr>
            <p:ph type="sldNum" sz="quarter" idx="10"/>
          </p:nvPr>
        </p:nvSpPr>
        <p:spPr/>
        <p:txBody>
          <a:bodyPr/>
          <a:lstStyle/>
          <a:p>
            <a:fld id="{8D0EDE2E-BCE2-4FB8-9E66-81B5927AF2AE}" type="slidenum">
              <a:rPr lang="zh-CN" altLang="en-US" smtClean="0"/>
              <a:t>2</a:t>
            </a:fld>
            <a:endParaRPr lang="zh-CN" altLang="en-US"/>
          </a:p>
        </p:txBody>
      </p:sp>
    </p:spTree>
    <p:extLst>
      <p:ext uri="{BB962C8B-B14F-4D97-AF65-F5344CB8AC3E}">
        <p14:creationId xmlns:p14="http://schemas.microsoft.com/office/powerpoint/2010/main" val="2946489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en-US" altLang="zh-CN" dirty="0">
              <a:sym typeface="+mn-ea"/>
            </a:endParaRPr>
          </a:p>
        </p:txBody>
      </p:sp>
      <p:sp>
        <p:nvSpPr>
          <p:cNvPr id="4" name="灯片编号占位符 3"/>
          <p:cNvSpPr>
            <a:spLocks noGrp="1"/>
          </p:cNvSpPr>
          <p:nvPr>
            <p:ph type="sldNum" sz="quarter" idx="10"/>
          </p:nvPr>
        </p:nvSpPr>
        <p:spPr/>
        <p:txBody>
          <a:bodyPr/>
          <a:lstStyle/>
          <a:p>
            <a:fld id="{8D0EDE2E-BCE2-4FB8-9E66-81B5927AF2AE}" type="slidenum">
              <a:rPr lang="zh-CN" altLang="en-US" smtClean="0"/>
              <a:t>3</a:t>
            </a:fld>
            <a:endParaRPr lang="zh-CN" altLang="en-US"/>
          </a:p>
        </p:txBody>
      </p:sp>
    </p:spTree>
    <p:extLst>
      <p:ext uri="{BB962C8B-B14F-4D97-AF65-F5344CB8AC3E}">
        <p14:creationId xmlns:p14="http://schemas.microsoft.com/office/powerpoint/2010/main" val="2542839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rtl="0" eaLnBrk="0" fontAlgn="base" latinLnBrk="0" hangingPunct="0">
              <a:lnSpc>
                <a:spcPct val="100000"/>
              </a:lnSpc>
              <a:spcBef>
                <a:spcPct val="0"/>
              </a:spcBef>
              <a:spcAft>
                <a:spcPct val="0"/>
              </a:spcAft>
              <a:buClrTx/>
              <a:buSzTx/>
              <a:buFontTx/>
              <a:buNone/>
              <a:tabLst>
                <a:tab pos="512445" algn="l"/>
              </a:tabLst>
              <a:defRPr/>
            </a:pPr>
            <a:endParaRPr lang="en-US" altLang="zh-CN" sz="1100"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8D0EDE2E-BCE2-4FB8-9E66-81B5927AF2AE}" type="slidenum">
              <a:rPr lang="zh-CN" altLang="en-US" smtClean="0"/>
              <a:t>4</a:t>
            </a:fld>
            <a:endParaRPr lang="zh-CN" altLang="en-US"/>
          </a:p>
        </p:txBody>
      </p:sp>
    </p:spTree>
    <p:extLst>
      <p:ext uri="{BB962C8B-B14F-4D97-AF65-F5344CB8AC3E}">
        <p14:creationId xmlns:p14="http://schemas.microsoft.com/office/powerpoint/2010/main" val="192896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en-US" altLang="zh-CN" sz="1100" b="0"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8D0EDE2E-BCE2-4FB8-9E66-81B5927AF2AE}" type="slidenum">
              <a:rPr lang="zh-CN" altLang="en-US" smtClean="0"/>
              <a:t>5</a:t>
            </a:fld>
            <a:endParaRPr lang="zh-CN" altLang="en-US"/>
          </a:p>
        </p:txBody>
      </p:sp>
    </p:spTree>
    <p:extLst>
      <p:ext uri="{BB962C8B-B14F-4D97-AF65-F5344CB8AC3E}">
        <p14:creationId xmlns:p14="http://schemas.microsoft.com/office/powerpoint/2010/main" val="3182182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en-US" altLang="zh-CN" sz="1100" b="0"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8D0EDE2E-BCE2-4FB8-9E66-81B5927AF2AE}" type="slidenum">
              <a:rPr lang="zh-CN" altLang="en-US" smtClean="0"/>
              <a:t>6</a:t>
            </a:fld>
            <a:endParaRPr lang="zh-CN" altLang="en-US"/>
          </a:p>
        </p:txBody>
      </p:sp>
    </p:spTree>
    <p:extLst>
      <p:ext uri="{BB962C8B-B14F-4D97-AF65-F5344CB8AC3E}">
        <p14:creationId xmlns:p14="http://schemas.microsoft.com/office/powerpoint/2010/main" val="3452814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zh-CN" altLang="en-US" b="1" dirty="0"/>
          </a:p>
        </p:txBody>
      </p:sp>
      <p:sp>
        <p:nvSpPr>
          <p:cNvPr id="4" name="灯片编号占位符 3"/>
          <p:cNvSpPr>
            <a:spLocks noGrp="1"/>
          </p:cNvSpPr>
          <p:nvPr>
            <p:ph type="sldNum" sz="quarter" idx="10"/>
          </p:nvPr>
        </p:nvSpPr>
        <p:spPr/>
        <p:txBody>
          <a:bodyPr/>
          <a:lstStyle/>
          <a:p>
            <a:fld id="{8D0EDE2E-BCE2-4FB8-9E66-81B5927AF2AE}" type="slidenum">
              <a:rPr lang="zh-CN" altLang="en-US" smtClean="0"/>
              <a:t>7</a:t>
            </a:fld>
            <a:endParaRPr lang="zh-CN" altLang="en-US"/>
          </a:p>
        </p:txBody>
      </p:sp>
    </p:spTree>
    <p:extLst>
      <p:ext uri="{BB962C8B-B14F-4D97-AF65-F5344CB8AC3E}">
        <p14:creationId xmlns:p14="http://schemas.microsoft.com/office/powerpoint/2010/main" val="2095466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zh-CN" altLang="en-US" b="1" dirty="0"/>
          </a:p>
        </p:txBody>
      </p:sp>
      <p:sp>
        <p:nvSpPr>
          <p:cNvPr id="4" name="灯片编号占位符 3"/>
          <p:cNvSpPr>
            <a:spLocks noGrp="1"/>
          </p:cNvSpPr>
          <p:nvPr>
            <p:ph type="sldNum" sz="quarter" idx="10"/>
          </p:nvPr>
        </p:nvSpPr>
        <p:spPr/>
        <p:txBody>
          <a:bodyPr/>
          <a:lstStyle/>
          <a:p>
            <a:fld id="{8D0EDE2E-BCE2-4FB8-9E66-81B5927AF2AE}" type="slidenum">
              <a:rPr lang="zh-CN" altLang="en-US" smtClean="0"/>
              <a:t>8</a:t>
            </a:fld>
            <a:endParaRPr lang="zh-CN" altLang="en-US"/>
          </a:p>
        </p:txBody>
      </p:sp>
    </p:spTree>
    <p:extLst>
      <p:ext uri="{BB962C8B-B14F-4D97-AF65-F5344CB8AC3E}">
        <p14:creationId xmlns:p14="http://schemas.microsoft.com/office/powerpoint/2010/main" val="2933283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en-US" altLang="zh-CN" b="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D0EDE2E-BCE2-4FB8-9E66-81B5927AF2AE}" type="slidenum">
              <a:rPr lang="zh-CN" altLang="en-US" smtClean="0"/>
              <a:t>9</a:t>
            </a:fld>
            <a:endParaRPr lang="zh-CN" altLang="en-US"/>
          </a:p>
        </p:txBody>
      </p:sp>
    </p:spTree>
    <p:extLst>
      <p:ext uri="{BB962C8B-B14F-4D97-AF65-F5344CB8AC3E}">
        <p14:creationId xmlns:p14="http://schemas.microsoft.com/office/powerpoint/2010/main" val="813259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10</a:t>
            </a:fld>
            <a:endParaRPr lang="en-US" altLang="zh-CN"/>
          </a:p>
        </p:txBody>
      </p:sp>
    </p:spTree>
    <p:extLst>
      <p:ext uri="{BB962C8B-B14F-4D97-AF65-F5344CB8AC3E}">
        <p14:creationId xmlns:p14="http://schemas.microsoft.com/office/powerpoint/2010/main" val="3063146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11</a:t>
            </a:fld>
            <a:endParaRPr lang="en-US" altLang="zh-CN" dirty="0"/>
          </a:p>
        </p:txBody>
      </p:sp>
    </p:spTree>
    <p:extLst>
      <p:ext uri="{BB962C8B-B14F-4D97-AF65-F5344CB8AC3E}">
        <p14:creationId xmlns:p14="http://schemas.microsoft.com/office/powerpoint/2010/main" val="3680747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12</a:t>
            </a:fld>
            <a:endParaRPr lang="en-US" altLang="zh-CN"/>
          </a:p>
        </p:txBody>
      </p:sp>
    </p:spTree>
    <p:extLst>
      <p:ext uri="{BB962C8B-B14F-4D97-AF65-F5344CB8AC3E}">
        <p14:creationId xmlns:p14="http://schemas.microsoft.com/office/powerpoint/2010/main" val="2508094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13</a:t>
            </a:fld>
            <a:endParaRPr lang="en-US" altLang="zh-CN" dirty="0"/>
          </a:p>
        </p:txBody>
      </p:sp>
    </p:spTree>
    <p:extLst>
      <p:ext uri="{BB962C8B-B14F-4D97-AF65-F5344CB8AC3E}">
        <p14:creationId xmlns:p14="http://schemas.microsoft.com/office/powerpoint/2010/main" val="4249014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14</a:t>
            </a:fld>
            <a:endParaRPr lang="en-US" altLang="zh-CN"/>
          </a:p>
        </p:txBody>
      </p:sp>
    </p:spTree>
    <p:extLst>
      <p:ext uri="{BB962C8B-B14F-4D97-AF65-F5344CB8AC3E}">
        <p14:creationId xmlns:p14="http://schemas.microsoft.com/office/powerpoint/2010/main" val="3395465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15</a:t>
            </a:fld>
            <a:endParaRPr lang="en-US" altLang="zh-CN" dirty="0"/>
          </a:p>
        </p:txBody>
      </p:sp>
    </p:spTree>
    <p:extLst>
      <p:ext uri="{BB962C8B-B14F-4D97-AF65-F5344CB8AC3E}">
        <p14:creationId xmlns:p14="http://schemas.microsoft.com/office/powerpoint/2010/main" val="2618805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512445" algn="l"/>
              </a:tabLst>
              <a:defRPr/>
            </a:pPr>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16</a:t>
            </a:fld>
            <a:endParaRPr lang="en-US" altLang="zh-CN" dirty="0"/>
          </a:p>
        </p:txBody>
      </p:sp>
    </p:spTree>
    <p:extLst>
      <p:ext uri="{BB962C8B-B14F-4D97-AF65-F5344CB8AC3E}">
        <p14:creationId xmlns:p14="http://schemas.microsoft.com/office/powerpoint/2010/main" val="2195980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x-none" altLang="zh-CN" sz="1100" kern="12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17</a:t>
            </a:fld>
            <a:endParaRPr lang="en-US" altLang="zh-CN" dirty="0"/>
          </a:p>
        </p:txBody>
      </p:sp>
    </p:spTree>
    <p:extLst>
      <p:ext uri="{BB962C8B-B14F-4D97-AF65-F5344CB8AC3E}">
        <p14:creationId xmlns:p14="http://schemas.microsoft.com/office/powerpoint/2010/main" val="4120920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18</a:t>
            </a:fld>
            <a:endParaRPr lang="en-US" altLang="zh-CN"/>
          </a:p>
        </p:txBody>
      </p:sp>
    </p:spTree>
    <p:extLst>
      <p:ext uri="{BB962C8B-B14F-4D97-AF65-F5344CB8AC3E}">
        <p14:creationId xmlns:p14="http://schemas.microsoft.com/office/powerpoint/2010/main" val="3243979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92175" y="295275"/>
            <a:ext cx="5605463" cy="4203700"/>
          </a:xfrm>
        </p:spPr>
      </p:sp>
      <p:sp>
        <p:nvSpPr>
          <p:cNvPr id="3" name="备注占位符 2"/>
          <p:cNvSpPr>
            <a:spLocks noGrp="1"/>
          </p:cNvSpPr>
          <p:nvPr>
            <p:ph type="body" idx="1"/>
          </p:nvPr>
        </p:nvSpPr>
        <p:spPr/>
        <p:txBody>
          <a:bodyPr/>
          <a:lstStyle/>
          <a:p>
            <a:endParaRPr lang="x-none" altLang="zh-CN" dirty="0"/>
          </a:p>
        </p:txBody>
      </p:sp>
      <p:sp>
        <p:nvSpPr>
          <p:cNvPr id="4" name="灯片编号占位符 3"/>
          <p:cNvSpPr>
            <a:spLocks noGrp="1"/>
          </p:cNvSpPr>
          <p:nvPr>
            <p:ph type="sldNum" sz="quarter" idx="10"/>
          </p:nvPr>
        </p:nvSpPr>
        <p:spPr/>
        <p:txBody>
          <a:bodyPr/>
          <a:lstStyle/>
          <a:p>
            <a:pPr>
              <a:defRPr/>
            </a:pPr>
            <a:fld id="{D115BF00-C8D7-441B-A854-8D98EB8F2B14}" type="slidenum">
              <a:rPr lang="zh-CN" altLang="en-US" smtClean="0"/>
              <a:t>19</a:t>
            </a:fld>
            <a:endParaRPr lang="en-US" altLang="zh-CN"/>
          </a:p>
        </p:txBody>
      </p:sp>
    </p:spTree>
    <p:extLst>
      <p:ext uri="{BB962C8B-B14F-4D97-AF65-F5344CB8AC3E}">
        <p14:creationId xmlns:p14="http://schemas.microsoft.com/office/powerpoint/2010/main" val="1278742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32" y="1122365"/>
            <a:ext cx="6858190" cy="2387603"/>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32" y="3602043"/>
            <a:ext cx="6858190" cy="1655764"/>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BDC3EBFC-32AE-4E84-B59D-9B24FC49A0D5}" type="datetime1">
              <a:rPr lang="zh-CN" altLang="en-US"/>
              <a:t>2020/12/18</a:t>
            </a:fld>
            <a:endParaRPr lang="zh-CN" altLang="en-US" sz="1350">
              <a:solidFill>
                <a:srgbClr val="000000"/>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DD16E5A-9D2C-4629-9816-00282E4BBFFC}" type="slidenum">
              <a:rPr lang="zh-CN" altLang="en-US"/>
              <a:t>‹#›</a:t>
            </a:fld>
            <a:endParaRPr lang="zh-CN" altLang="en-US" sz="135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70AF6FA8-D2CE-45E5-B546-3851CBEAEDEB}" type="datetime1">
              <a:rPr lang="zh-CN" altLang="en-US"/>
              <a:t>2020/12/18</a:t>
            </a:fld>
            <a:endParaRPr lang="zh-CN" altLang="en-US" sz="1350">
              <a:solidFill>
                <a:srgbClr val="000000"/>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344CE90-DD58-4BC6-AFF2-BA0032AA654C}" type="slidenum">
              <a:rPr lang="zh-CN" altLang="en-US"/>
              <a:t>‹#›</a:t>
            </a:fld>
            <a:endParaRPr lang="zh-CN" altLang="en-US" sz="135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905" y="1709742"/>
            <a:ext cx="7886918" cy="2852741"/>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905" y="4589472"/>
            <a:ext cx="7886918" cy="1500189"/>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3AAF9547-2DF5-4A7A-B4BA-C6476733C1EA}" type="datetime1">
              <a:rPr lang="zh-CN" altLang="en-US"/>
              <a:t>2020/12/18</a:t>
            </a:fld>
            <a:endParaRPr lang="zh-CN" altLang="en-US" sz="1350">
              <a:solidFill>
                <a:srgbClr val="000000"/>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22A47F1-0A80-42E3-8199-8E49A1911717}" type="slidenum">
              <a:rPr lang="zh-CN" altLang="en-US"/>
              <a:t>‹#›</a:t>
            </a:fld>
            <a:endParaRPr lang="zh-CN" altLang="en-US" sz="135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68" y="1825628"/>
            <a:ext cx="3886307" cy="43513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278" y="1825628"/>
            <a:ext cx="3886307" cy="43513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8EA1E09A-0233-47FD-A64D-5E9476E93AA7}" type="datetime1">
              <a:rPr lang="zh-CN" altLang="en-US"/>
              <a:t>2020/12/18</a:t>
            </a:fld>
            <a:endParaRPr lang="zh-CN" altLang="en-US" sz="1350">
              <a:solidFill>
                <a:srgbClr val="000000"/>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54B4FA25-B7D1-43A4-89C4-D62A83714B28}" type="slidenum">
              <a:rPr lang="zh-CN" altLang="en-US"/>
              <a:t>‹#›</a:t>
            </a:fld>
            <a:endParaRPr lang="zh-CN" altLang="en-US" sz="135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58" y="365128"/>
            <a:ext cx="7886918" cy="1325565"/>
          </a:xfrm>
        </p:spPr>
        <p:txBody>
          <a:bodyPr/>
          <a:lstStyle/>
          <a:p>
            <a:r>
              <a:rPr lang="zh-CN" altLang="en-US"/>
              <a:t>单击此处编辑母版标题样式</a:t>
            </a:r>
          </a:p>
        </p:txBody>
      </p:sp>
      <p:sp>
        <p:nvSpPr>
          <p:cNvPr id="3" name="文本占位符 2"/>
          <p:cNvSpPr>
            <a:spLocks noGrp="1"/>
          </p:cNvSpPr>
          <p:nvPr>
            <p:ph type="body" idx="1"/>
          </p:nvPr>
        </p:nvSpPr>
        <p:spPr>
          <a:xfrm>
            <a:off x="629859" y="1681165"/>
            <a:ext cx="3868447" cy="82391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59" y="2505079"/>
            <a:ext cx="3868447" cy="368459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278" y="1681165"/>
            <a:ext cx="3887499" cy="82391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278" y="2505079"/>
            <a:ext cx="3887499" cy="368459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79C3656A-8753-4416-80B9-750684A6E022}" type="datetime1">
              <a:rPr lang="zh-CN" altLang="en-US"/>
              <a:t>2020/12/18</a:t>
            </a:fld>
            <a:endParaRPr lang="zh-CN" altLang="en-US" sz="1350">
              <a:solidFill>
                <a:srgbClr val="000000"/>
              </a:solidFill>
            </a:endParaRPr>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748C9D3B-555D-46C8-A762-FFFD87139196}" type="slidenum">
              <a:rPr lang="zh-CN" altLang="en-US"/>
              <a:t>‹#›</a:t>
            </a:fld>
            <a:endParaRPr lang="zh-CN" altLang="en-US" sz="135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8A1FA27C-722A-4677-9E27-E149CA8D1CE4}" type="datetime1">
              <a:rPr lang="zh-CN" altLang="en-US"/>
              <a:t>2020/12/18</a:t>
            </a:fld>
            <a:endParaRPr lang="zh-CN" altLang="en-US" sz="1350">
              <a:solidFill>
                <a:srgbClr val="000000"/>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D823E108-0678-4BB4-8C32-B85CDDC971C5}" type="slidenum">
              <a:rPr lang="zh-CN" altLang="en-US"/>
              <a:t>‹#›</a:t>
            </a:fld>
            <a:endParaRPr lang="zh-CN" altLang="en-US" sz="1350">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48329E4B-F11E-4712-82A0-6A7021EEDBC6}" type="datetime1">
              <a:rPr lang="zh-CN" altLang="en-US"/>
              <a:t>2020/12/18</a:t>
            </a:fld>
            <a:endParaRPr lang="zh-CN" altLang="en-US" sz="1350">
              <a:solidFill>
                <a:srgbClr val="000000"/>
              </a:solidFill>
            </a:endParaRPr>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C1944126-BA58-44D2-9A97-BD374C6593EC}" type="slidenum">
              <a:rPr lang="zh-CN" altLang="en-US"/>
              <a:t>‹#›</a:t>
            </a:fld>
            <a:endParaRPr lang="zh-CN" altLang="en-US" sz="135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58" y="457201"/>
            <a:ext cx="2949259" cy="1600202"/>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499" y="987428"/>
            <a:ext cx="4629278" cy="487363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58" y="2057403"/>
            <a:ext cx="2949259" cy="381159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23165EC6-BBA9-4C5F-B12B-A30284D2E85F}" type="datetime1">
              <a:rPr lang="zh-CN" altLang="en-US"/>
              <a:t>2020/12/18</a:t>
            </a:fld>
            <a:endParaRPr lang="zh-CN" altLang="en-US" sz="1350">
              <a:solidFill>
                <a:srgbClr val="000000"/>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29E5862-1B23-434A-ACD9-BA6FCF2E6606}" type="slidenum">
              <a:rPr lang="zh-CN" altLang="en-US"/>
              <a:t>‹#›</a:t>
            </a:fld>
            <a:endParaRPr lang="zh-CN" altLang="en-US" sz="135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58" y="457201"/>
            <a:ext cx="2949259" cy="1600202"/>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499" y="987428"/>
            <a:ext cx="4629278" cy="4873632"/>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sym typeface="Calibri" panose="020F0502020204030204" pitchFamily="34" charset="0"/>
              </a:rPr>
              <a:t>单击图标添加图片</a:t>
            </a:r>
          </a:p>
        </p:txBody>
      </p:sp>
      <p:sp>
        <p:nvSpPr>
          <p:cNvPr id="4" name="文本占位符 3"/>
          <p:cNvSpPr>
            <a:spLocks noGrp="1"/>
          </p:cNvSpPr>
          <p:nvPr>
            <p:ph type="body" sz="half" idx="2"/>
          </p:nvPr>
        </p:nvSpPr>
        <p:spPr>
          <a:xfrm>
            <a:off x="629858" y="2057403"/>
            <a:ext cx="2949259" cy="381159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08750E30-0224-450F-86CF-1BED25E8A446}" type="datetime1">
              <a:rPr lang="zh-CN" altLang="en-US"/>
              <a:t>2020/12/18</a:t>
            </a:fld>
            <a:endParaRPr lang="zh-CN" altLang="en-US" sz="1350">
              <a:solidFill>
                <a:srgbClr val="000000"/>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7832F67-5D92-430E-8119-8AF9ECB00FD4}" type="slidenum">
              <a:rPr lang="zh-CN" altLang="en-US"/>
              <a:t>‹#›</a:t>
            </a:fld>
            <a:endParaRPr lang="zh-CN" altLang="en-US" sz="1350">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6BD02A7F-D3B1-49CF-AAFE-A763671FA85D}" type="datetime1">
              <a:rPr lang="zh-CN" altLang="en-US"/>
              <a:t>2020/12/18</a:t>
            </a:fld>
            <a:endParaRPr lang="zh-CN" altLang="en-US" sz="1350">
              <a:solidFill>
                <a:srgbClr val="000000"/>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EF6E5B6-6B57-4040-B225-B62B37DB1EB7}" type="slidenum">
              <a:rPr lang="zh-CN" altLang="en-US"/>
              <a:t>‹#›</a:t>
            </a:fld>
            <a:endParaRPr lang="zh-CN" altLang="en-US" sz="1350">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856" y="365126"/>
            <a:ext cx="1971729" cy="581184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68" y="365126"/>
            <a:ext cx="5800885" cy="581184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BABF24EB-3DDB-40E5-8EC8-938247AD9B65}" type="datetime1">
              <a:rPr lang="zh-CN" altLang="en-US"/>
              <a:t>2020/12/18</a:t>
            </a:fld>
            <a:endParaRPr lang="zh-CN" altLang="en-US" sz="1350">
              <a:solidFill>
                <a:srgbClr val="000000"/>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32DFF32-E7A1-4808-B5E1-A71907C510CB}" type="slidenum">
              <a:rPr lang="zh-CN" altLang="en-US"/>
              <a:t>‹#›</a:t>
            </a:fld>
            <a:endParaRPr lang="zh-CN" altLang="en-US" sz="135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68" y="365128"/>
            <a:ext cx="7886918" cy="132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68" y="1825628"/>
            <a:ext cx="7886918" cy="435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sym typeface="Calibri" panose="020F0502020204030204" pitchFamily="34" charset="0"/>
              </a:rPr>
              <a:t>单击此处编辑母版文本样式</a:t>
            </a:r>
          </a:p>
          <a:p>
            <a:pPr lvl="1"/>
            <a:r>
              <a:rPr lang="zh-CN">
                <a:sym typeface="Calibri" panose="020F0502020204030204" pitchFamily="34" charset="0"/>
              </a:rPr>
              <a:t>第二级</a:t>
            </a:r>
          </a:p>
          <a:p>
            <a:pPr lvl="2"/>
            <a:r>
              <a:rPr lang="zh-CN">
                <a:sym typeface="Calibri" panose="020F0502020204030204" pitchFamily="34" charset="0"/>
              </a:rPr>
              <a:t>第三级</a:t>
            </a:r>
          </a:p>
          <a:p>
            <a:pPr lvl="3"/>
            <a:r>
              <a:rPr lang="zh-CN">
                <a:sym typeface="Calibri" panose="020F0502020204030204" pitchFamily="34" charset="0"/>
              </a:rPr>
              <a:t>第四级</a:t>
            </a:r>
          </a:p>
          <a:p>
            <a:pPr lvl="4"/>
            <a:r>
              <a:rPr lang="zh-CN">
                <a:sym typeface="Calibri" panose="020F0502020204030204" pitchFamily="34" charset="0"/>
              </a:rPr>
              <a:t>第五级</a:t>
            </a:r>
          </a:p>
        </p:txBody>
      </p:sp>
      <p:sp>
        <p:nvSpPr>
          <p:cNvPr id="1028" name="日期占位符 3"/>
          <p:cNvSpPr>
            <a:spLocks noGrp="1" noChangeArrowheads="1"/>
          </p:cNvSpPr>
          <p:nvPr>
            <p:ph type="dt" sz="half" idx="2"/>
          </p:nvPr>
        </p:nvSpPr>
        <p:spPr bwMode="auto">
          <a:xfrm>
            <a:off x="628667" y="6356361"/>
            <a:ext cx="2057457" cy="3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smtClean="0">
                <a:solidFill>
                  <a:srgbClr val="898989"/>
                </a:solidFill>
                <a:sym typeface="Calibri" panose="020F0502020204030204" pitchFamily="34" charset="0"/>
              </a:defRPr>
            </a:lvl1pPr>
          </a:lstStyle>
          <a:p>
            <a:pPr fontAlgn="base">
              <a:spcBef>
                <a:spcPct val="0"/>
              </a:spcBef>
              <a:spcAft>
                <a:spcPct val="0"/>
              </a:spcAft>
              <a:defRPr/>
            </a:pPr>
            <a:fld id="{1AB63079-DF3C-4F80-A45D-868E916743D3}" type="datetime1">
              <a:rPr lang="zh-CN" altLang="en-US"/>
              <a:t>2020/12/18</a:t>
            </a:fld>
            <a:endParaRPr lang="zh-CN" altLang="en-US" sz="1350">
              <a:solidFill>
                <a:srgbClr val="000000"/>
              </a:solidFill>
            </a:endParaRPr>
          </a:p>
        </p:txBody>
      </p:sp>
      <p:sp>
        <p:nvSpPr>
          <p:cNvPr id="1029" name="页脚占位符 4"/>
          <p:cNvSpPr>
            <a:spLocks noGrp="1" noChangeArrowheads="1"/>
          </p:cNvSpPr>
          <p:nvPr>
            <p:ph type="ftr" sz="quarter" idx="3"/>
          </p:nvPr>
        </p:nvSpPr>
        <p:spPr bwMode="auto">
          <a:xfrm>
            <a:off x="3029034" y="6356361"/>
            <a:ext cx="3086185" cy="3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smtClean="0">
                <a:solidFill>
                  <a:srgbClr val="898989"/>
                </a:solidFill>
                <a:sym typeface="Calibri" panose="020F0502020204030204" pitchFamily="34" charset="0"/>
              </a:defRPr>
            </a:lvl1pPr>
          </a:lstStyle>
          <a:p>
            <a:pPr fontAlgn="base">
              <a:spcBef>
                <a:spcPct val="0"/>
              </a:spcBef>
              <a:spcAft>
                <a:spcPct val="0"/>
              </a:spcAft>
              <a:defRPr/>
            </a:pPr>
            <a:endParaRPr lang="zh-CN" altLang="zh-CN"/>
          </a:p>
        </p:txBody>
      </p:sp>
      <p:sp>
        <p:nvSpPr>
          <p:cNvPr id="1030" name="灯片编号占位符 5"/>
          <p:cNvSpPr>
            <a:spLocks noGrp="1" noChangeArrowheads="1"/>
          </p:cNvSpPr>
          <p:nvPr>
            <p:ph type="sldNum" sz="quarter" idx="4"/>
          </p:nvPr>
        </p:nvSpPr>
        <p:spPr bwMode="auto">
          <a:xfrm>
            <a:off x="6458128" y="6356361"/>
            <a:ext cx="2057457" cy="3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smtClean="0">
                <a:solidFill>
                  <a:srgbClr val="898989"/>
                </a:solidFill>
              </a:defRPr>
            </a:lvl1pPr>
          </a:lstStyle>
          <a:p>
            <a:pPr fontAlgn="base">
              <a:spcBef>
                <a:spcPct val="0"/>
              </a:spcBef>
              <a:spcAft>
                <a:spcPct val="0"/>
              </a:spcAft>
              <a:defRPr/>
            </a:pPr>
            <a:fld id="{A1B32092-41CB-4103-8C72-19A69FECD800}" type="slidenum">
              <a:rPr lang="zh-CN" altLang="en-US"/>
              <a:t>‹#›</a:t>
            </a:fld>
            <a:endParaRPr lang="zh-CN" altLang="en-US" sz="1350">
              <a:solidFill>
                <a:srgbClr val="000000"/>
              </a:solidFill>
            </a:endParaRPr>
          </a:p>
        </p:txBody>
      </p:sp>
      <p:pic>
        <p:nvPicPr>
          <p:cNvPr id="7" name="Picture 6" descr="NoTexture_Ribbo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3061" cy="155416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p:titleStyle>
    <p:bodyStyle>
      <a:lvl1pPr marL="171450" indent="-171450" algn="l" defTabSz="0" rtl="0"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sym typeface="Calibri" panose="020F0502020204030204" pitchFamily="34" charset="0"/>
        </a:defRPr>
      </a:lvl1pPr>
      <a:lvl2pPr marL="514350" indent="-171450" algn="l" defTabSz="0" rtl="0"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sym typeface="Calibri" panose="020F0502020204030204" pitchFamily="34" charset="0"/>
        </a:defRPr>
      </a:lvl2pPr>
      <a:lvl3pPr marL="857250" indent="-171450" algn="l" defTabSz="0" rtl="0"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sym typeface="Calibri" panose="020F0502020204030204" pitchFamily="34" charset="0"/>
        </a:defRPr>
      </a:lvl3pPr>
      <a:lvl4pPr marL="1200150" indent="-171450" algn="l" defTabSz="0" rtl="0"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4pPr>
      <a:lvl5pPr marL="1543050" indent="-171450" algn="l" defTabSz="0" rtl="0"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6"/>
          <p:cNvSpPr txBox="1">
            <a:spLocks noChangeArrowheads="1"/>
          </p:cNvSpPr>
          <p:nvPr/>
        </p:nvSpPr>
        <p:spPr>
          <a:xfrm>
            <a:off x="-14288" y="1389888"/>
            <a:ext cx="9144252" cy="1442212"/>
          </a:xfrm>
          <a:prstGeom prst="rect">
            <a:avLst/>
          </a:prstGeom>
        </p:spPr>
        <p:txBody>
          <a:bodyPr vert="horz" lIns="68579" tIns="34289" rIns="68579" bIns="34289"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微软雅黑" panose="020B0503020204020204" pitchFamily="34" charset="-122"/>
                <a:cs typeface="+mj-cs"/>
              </a:defRPr>
            </a:lvl1pPr>
          </a:lstStyle>
          <a:p>
            <a:pPr algn="ctr" eaLnBrk="0" hangingPunct="0">
              <a:lnSpc>
                <a:spcPct val="100000"/>
              </a:lnSpc>
              <a:spcAft>
                <a:spcPts val="300"/>
              </a:spcAft>
            </a:pPr>
            <a:r>
              <a:rPr lang="zh-CN" altLang="en-US" sz="4000" dirty="0" smtClean="0">
                <a:latin typeface="微软雅黑" panose="020B0503020204020204" pitchFamily="34" charset="-122"/>
              </a:rPr>
              <a:t>面向高速数据流的异构平台调度优化技术</a:t>
            </a:r>
            <a:endParaRPr lang="zh-CN" altLang="en-US" sz="4000" dirty="0">
              <a:latin typeface="微软雅黑" panose="020B0503020204020204" pitchFamily="34" charset="-122"/>
            </a:endParaRPr>
          </a:p>
        </p:txBody>
      </p:sp>
      <p:sp>
        <p:nvSpPr>
          <p:cNvPr id="5" name="TextBox 18"/>
          <p:cNvSpPr txBox="1">
            <a:spLocks noChangeArrowheads="1"/>
          </p:cNvSpPr>
          <p:nvPr/>
        </p:nvSpPr>
        <p:spPr bwMode="auto">
          <a:xfrm>
            <a:off x="2778825" y="3577037"/>
            <a:ext cx="4132613" cy="228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605" tIns="34302" rIns="68605" bIns="34302"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50000"/>
              </a:lnSpc>
              <a:defRPr/>
            </a:pPr>
            <a:r>
              <a:rPr lang="zh-CN" altLang="en-US" sz="2400" dirty="0">
                <a:latin typeface="微软雅黑" panose="020B0503020204020204" pitchFamily="34" charset="-122"/>
                <a:ea typeface="微软雅黑" panose="020B0503020204020204" pitchFamily="34" charset="-122"/>
              </a:rPr>
              <a:t>姓</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名</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常佳辉</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50000"/>
              </a:lnSpc>
              <a:defRPr/>
            </a:pPr>
            <a:r>
              <a:rPr lang="zh-CN" altLang="en-US" sz="2400" b="1" dirty="0">
                <a:latin typeface="微软雅黑" panose="020B0503020204020204" pitchFamily="34" charset="-122"/>
                <a:ea typeface="微软雅黑" panose="020B0503020204020204" pitchFamily="34" charset="-122"/>
              </a:rPr>
              <a:t>专</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业：计算机系统结构</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50000"/>
              </a:lnSpc>
              <a:defRPr/>
            </a:pPr>
            <a:r>
              <a:rPr lang="zh-CN" altLang="en-US" sz="2400" b="1" dirty="0">
                <a:latin typeface="微软雅黑" panose="020B0503020204020204" pitchFamily="34" charset="-122"/>
                <a:ea typeface="微软雅黑" panose="020B0503020204020204" pitchFamily="34" charset="-122"/>
              </a:rPr>
              <a:t>指导教师：肖利民教授</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50000"/>
              </a:lnSpc>
              <a:defRPr/>
            </a:pPr>
            <a:r>
              <a:rPr lang="zh-CN" altLang="en-US" sz="2400" dirty="0">
                <a:latin typeface="微软雅黑" panose="020B0503020204020204" pitchFamily="34" charset="-122"/>
                <a:ea typeface="微软雅黑" panose="020B0503020204020204" pitchFamily="34" charset="-122"/>
              </a:rPr>
              <a:t>答辩日期：</a:t>
            </a:r>
            <a:r>
              <a:rPr lang="en-US" altLang="zh-CN" sz="2400" dirty="0" smtClean="0">
                <a:latin typeface="微软雅黑" panose="020B0503020204020204" pitchFamily="34" charset="-122"/>
                <a:ea typeface="微软雅黑" panose="020B0503020204020204" pitchFamily="34" charset="-122"/>
              </a:rPr>
              <a:t>2020</a:t>
            </a:r>
            <a:r>
              <a:rPr lang="zh-CN" altLang="en-US" sz="2400" dirty="0" smtClean="0">
                <a:latin typeface="微软雅黑" panose="020B0503020204020204" pitchFamily="34" charset="-122"/>
                <a:ea typeface="微软雅黑" panose="020B0503020204020204" pitchFamily="34" charset="-122"/>
              </a:rPr>
              <a:t>年</a:t>
            </a:r>
            <a:r>
              <a:rPr lang="en-US" altLang="zh-CN" sz="2400" dirty="0" smtClean="0">
                <a:latin typeface="微软雅黑" panose="020B0503020204020204" pitchFamily="34" charset="-122"/>
                <a:ea typeface="微软雅黑" panose="020B0503020204020204" pitchFamily="34" charset="-122"/>
              </a:rPr>
              <a:t>11</a:t>
            </a:r>
            <a:r>
              <a:rPr lang="zh-CN" altLang="en-US" sz="2400" dirty="0" smtClean="0">
                <a:latin typeface="微软雅黑" panose="020B0503020204020204" pitchFamily="34" charset="-122"/>
                <a:ea typeface="微软雅黑" panose="020B0503020204020204" pitchFamily="34" charset="-122"/>
              </a:rPr>
              <a:t>月</a:t>
            </a:r>
            <a:r>
              <a:rPr lang="en-US" altLang="zh-CN" sz="2400" dirty="0" smtClean="0">
                <a:latin typeface="微软雅黑" panose="020B0503020204020204" pitchFamily="34" charset="-122"/>
                <a:ea typeface="微软雅黑" panose="020B0503020204020204" pitchFamily="34" charset="-122"/>
              </a:rPr>
              <a:t>20</a:t>
            </a:r>
            <a:r>
              <a:rPr lang="zh-CN" altLang="en-US" sz="2400" dirty="0" smtClean="0">
                <a:latin typeface="微软雅黑" panose="020B0503020204020204" pitchFamily="34" charset="-122"/>
                <a:ea typeface="微软雅黑" panose="020B0503020204020204" pitchFamily="34" charset="-122"/>
              </a:rPr>
              <a:t>日</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99653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x-none" altLang="en-US" sz="3000" b="1" kern="1200" dirty="0">
                <a:solidFill>
                  <a:schemeClr val="bg1"/>
                </a:solidFill>
                <a:latin typeface="微软雅黑" panose="020B0503020204020204" pitchFamily="34" charset="-122"/>
                <a:ea typeface="微软雅黑" panose="020B0503020204020204" pitchFamily="34" charset="-122"/>
                <a:cs typeface="+mn-cs"/>
                <a:sym typeface="+mn-ea"/>
              </a:rPr>
              <a:t>汇报提纲</a:t>
            </a:r>
            <a:endParaRPr lang="x-none" altLang="zh-CN" sz="3000" b="1" kern="12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29" name="Rectangle 985">
            <a:extLst>
              <a:ext uri="{FF2B5EF4-FFF2-40B4-BE49-F238E27FC236}">
                <a16:creationId xmlns:a16="http://schemas.microsoft.com/office/drawing/2014/main" id="{CF11C9FD-E36B-4B13-BCF3-445D8280227A}"/>
              </a:ext>
            </a:extLst>
          </p:cNvPr>
          <p:cNvSpPr>
            <a:spLocks noChangeArrowheads="1"/>
          </p:cNvSpPr>
          <p:nvPr/>
        </p:nvSpPr>
        <p:spPr bwMode="auto">
          <a:xfrm>
            <a:off x="638175" y="1362075"/>
            <a:ext cx="3687082"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28600" indent="-228600">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1pPr>
            <a:lvl2pPr marL="742950" indent="-285750">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2pPr>
            <a:lvl3pPr marL="1143000" indent="-228600">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3pPr>
            <a:lvl4pPr marL="1600200" indent="-228600">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4pPr>
            <a:lvl5pPr marL="2057400" indent="-228600">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5pPr>
            <a:lvl6pPr marL="2514600" indent="-228600" eaLnBrk="0" fontAlgn="base" hangingPunct="0">
              <a:spcBef>
                <a:spcPct val="0"/>
              </a:spcBef>
              <a:spcAft>
                <a:spcPct val="0"/>
              </a:spcAft>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6pPr>
            <a:lvl7pPr marL="2971800" indent="-228600" eaLnBrk="0" fontAlgn="base" hangingPunct="0">
              <a:spcBef>
                <a:spcPct val="0"/>
              </a:spcBef>
              <a:spcAft>
                <a:spcPct val="0"/>
              </a:spcAft>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7pPr>
            <a:lvl8pPr marL="3429000" indent="-228600" eaLnBrk="0" fontAlgn="base" hangingPunct="0">
              <a:spcBef>
                <a:spcPct val="0"/>
              </a:spcBef>
              <a:spcAft>
                <a:spcPct val="0"/>
              </a:spcAft>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8pPr>
            <a:lvl9pPr marL="3886200" indent="-228600" eaLnBrk="0" fontAlgn="base" hangingPunct="0">
              <a:spcBef>
                <a:spcPct val="0"/>
              </a:spcBef>
              <a:spcAft>
                <a:spcPct val="0"/>
              </a:spcAft>
              <a:defRPr sz="2000" b="1">
                <a:solidFill>
                  <a:srgbClr val="000000"/>
                </a:solidFill>
                <a:latin typeface="华文细黑" panose="02010600040101010101" pitchFamily="2" charset="-122"/>
                <a:ea typeface="宋体" panose="02010600030101010101" pitchFamily="2" charset="-122"/>
                <a:sym typeface="华文细黑" panose="02010600040101010101" pitchFamily="2" charset="-122"/>
              </a:defRPr>
            </a:lvl9pPr>
          </a:lstStyle>
          <a:p>
            <a:pPr>
              <a:spcBef>
                <a:spcPct val="20000"/>
              </a:spcBef>
              <a:spcAft>
                <a:spcPct val="20000"/>
              </a:spcAft>
              <a:buClr>
                <a:srgbClr val="1F497D"/>
              </a:buClr>
              <a:buFont typeface="Wingdings" panose="05000000000000000000" pitchFamily="2" charset="2"/>
              <a:buChar char="n"/>
            </a:pPr>
            <a:r>
              <a:rPr lang="zh-CN" altLang="en-US" sz="2200" dirty="0">
                <a:latin typeface="微软雅黑" panose="020B0503020204020204" pitchFamily="34" charset="-122"/>
                <a:ea typeface="微软雅黑" panose="020B0503020204020204" pitchFamily="34" charset="-122"/>
              </a:rPr>
              <a:t> 研究背景与意义</a:t>
            </a:r>
            <a:endParaRPr lang="en-US" altLang="zh-CN" sz="2200" dirty="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zh-CN" altLang="en-US" sz="2200" dirty="0">
                <a:latin typeface="微软雅黑" panose="020B0503020204020204" pitchFamily="34" charset="-122"/>
                <a:ea typeface="微软雅黑" panose="020B0503020204020204" pitchFamily="34" charset="-122"/>
              </a:rPr>
              <a:t> 关键问题</a:t>
            </a:r>
            <a:endParaRPr lang="en-US" altLang="zh-CN" sz="2200" dirty="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zh-CN" altLang="en-US" sz="2200" dirty="0">
                <a:latin typeface="微软雅黑" panose="020B0503020204020204" pitchFamily="34" charset="-122"/>
                <a:ea typeface="微软雅黑" panose="020B0503020204020204" pitchFamily="34" charset="-122"/>
              </a:rPr>
              <a:t> 国内外研究现状</a:t>
            </a:r>
            <a:endParaRPr lang="zh-CN" altLang="zh-CN" sz="2200" dirty="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en-US" altLang="en-US"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研究目标</a:t>
            </a:r>
            <a:endParaRPr lang="en-US" altLang="zh-CN" sz="2200" dirty="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zh-CN" altLang="en-US" sz="2200" dirty="0">
                <a:latin typeface="微软雅黑" panose="020B0503020204020204" pitchFamily="34" charset="-122"/>
                <a:ea typeface="微软雅黑" panose="020B0503020204020204" pitchFamily="34" charset="-122"/>
              </a:rPr>
              <a:t> 研究内容</a:t>
            </a:r>
            <a:endParaRPr lang="en-US" altLang="zh-CN" sz="2200" dirty="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研究方案</a:t>
            </a:r>
            <a:endParaRPr lang="en-US" altLang="zh-CN" sz="2200" dirty="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zh-CN" altLang="en-US" sz="2200" dirty="0" smtClean="0">
                <a:latin typeface="微软雅黑" panose="020B0503020204020204" pitchFamily="34" charset="-122"/>
                <a:ea typeface="微软雅黑" panose="020B0503020204020204" pitchFamily="34" charset="-122"/>
              </a:rPr>
              <a:t> 预期创新点</a:t>
            </a:r>
            <a:endParaRPr lang="en-US" altLang="zh-CN" sz="2200" dirty="0" smtClean="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zh-CN" altLang="en-US" sz="2200" dirty="0" smtClean="0">
                <a:latin typeface="微软雅黑" panose="020B0503020204020204" pitchFamily="34" charset="-122"/>
                <a:ea typeface="微软雅黑" panose="020B0503020204020204" pitchFamily="34" charset="-122"/>
              </a:rPr>
              <a:t>预期成果</a:t>
            </a:r>
            <a:endParaRPr lang="en-US" altLang="zh-CN" sz="2200" dirty="0" smtClean="0">
              <a:latin typeface="微软雅黑" panose="020B0503020204020204" pitchFamily="34" charset="-122"/>
              <a:ea typeface="微软雅黑" panose="020B0503020204020204" pitchFamily="34" charset="-122"/>
            </a:endParaRPr>
          </a:p>
          <a:p>
            <a:pPr>
              <a:spcBef>
                <a:spcPct val="20000"/>
              </a:spcBef>
              <a:spcAft>
                <a:spcPct val="20000"/>
              </a:spcAft>
              <a:buClr>
                <a:srgbClr val="1F497D"/>
              </a:buClr>
              <a:buFont typeface="Wingdings" panose="05000000000000000000" pitchFamily="2" charset="2"/>
              <a:buChar char="n"/>
            </a:pPr>
            <a:r>
              <a:rPr lang="zh-CN" altLang="en-US" sz="2200" dirty="0" smtClean="0">
                <a:latin typeface="微软雅黑" panose="020B0503020204020204" pitchFamily="34" charset="-122"/>
                <a:ea typeface="微软雅黑" panose="020B0503020204020204" pitchFamily="34" charset="-122"/>
              </a:rPr>
              <a:t>研究计划</a:t>
            </a:r>
            <a:endParaRPr lang="en-US" altLang="zh-CN"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53678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研究背景与意义</a:t>
            </a:r>
            <a:endParaRPr lang="x-none" altLang="zh-CN" sz="3000" b="1" kern="12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5" name="圆角矩形 44"/>
          <p:cNvSpPr/>
          <p:nvPr/>
        </p:nvSpPr>
        <p:spPr>
          <a:xfrm>
            <a:off x="295275" y="1854199"/>
            <a:ext cx="8429625" cy="4283529"/>
          </a:xfrm>
          <a:prstGeom prst="roundRect">
            <a:avLst>
              <a:gd name="adj" fmla="val 7835"/>
            </a:avLst>
          </a:prstGeom>
          <a:noFill/>
          <a:ln w="19050">
            <a:solidFill>
              <a:schemeClr val="accent1">
                <a:lumMod val="60000"/>
                <a:lumOff val="40000"/>
              </a:schemeClr>
            </a:solidFill>
            <a:miter lim="800000"/>
          </a:ln>
        </p:spPr>
        <p:txBody>
          <a:bodyPr anchor="ctr"/>
          <a:lstStyle/>
          <a:p>
            <a:pPr marL="342900" indent="-215900" fontAlgn="auto" latinLnBrk="0">
              <a:lnSpc>
                <a:spcPct val="150000"/>
              </a:lnSpc>
              <a:spcBef>
                <a:spcPts val="600"/>
              </a:spcBef>
              <a:spcAft>
                <a:spcPts val="0"/>
              </a:spcAft>
              <a:buClr>
                <a:schemeClr val="tx2"/>
              </a:buClr>
              <a:buFont typeface="Arial" panose="020B0604020202020204" pitchFamily="34" charset="0"/>
              <a:buChar char="•"/>
            </a:pPr>
            <a:r>
              <a:rPr lang="zh-CN" altLang="en-US" sz="2400" dirty="0" smtClean="0">
                <a:solidFill>
                  <a:schemeClr val="tx1"/>
                </a:solidFill>
                <a:latin typeface="微软雅黑" panose="020B0503020204020204" pitchFamily="34" charset="-122"/>
                <a:ea typeface="微软雅黑" panose="020B0503020204020204" pitchFamily="34" charset="-122"/>
              </a:rPr>
              <a:t>雷达信号具有高速海量的特性，其对数据处理的</a:t>
            </a:r>
            <a:r>
              <a:rPr lang="zh-CN" altLang="en-US" sz="2400" dirty="0">
                <a:solidFill>
                  <a:schemeClr val="tx1"/>
                </a:solidFill>
                <a:latin typeface="微软雅黑" panose="020B0503020204020204" pitchFamily="34" charset="-122"/>
                <a:ea typeface="微软雅黑" panose="020B0503020204020204" pitchFamily="34" charset="-122"/>
              </a:rPr>
              <a:t>高效</a:t>
            </a:r>
            <a:r>
              <a:rPr lang="zh-CN" altLang="en-US" sz="2400" dirty="0" smtClean="0">
                <a:solidFill>
                  <a:schemeClr val="tx1"/>
                </a:solidFill>
                <a:latin typeface="微软雅黑" panose="020B0503020204020204" pitchFamily="34" charset="-122"/>
                <a:ea typeface="微软雅黑" panose="020B0503020204020204" pitchFamily="34" charset="-122"/>
              </a:rPr>
              <a:t>性、吞吐量有着很高的要求。</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marL="342900" indent="-215900" fontAlgn="auto" latinLnBrk="0">
              <a:lnSpc>
                <a:spcPct val="150000"/>
              </a:lnSpc>
              <a:spcBef>
                <a:spcPts val="600"/>
              </a:spcBef>
              <a:spcAft>
                <a:spcPts val="0"/>
              </a:spcAft>
              <a:buClr>
                <a:schemeClr val="tx2"/>
              </a:buClr>
              <a:buFont typeface="Arial" panose="020B0604020202020204" pitchFamily="34" charset="0"/>
              <a:buChar char="•"/>
            </a:pPr>
            <a:r>
              <a:rPr lang="en-US" altLang="zh-CN" sz="2400" dirty="0" smtClean="0">
                <a:solidFill>
                  <a:schemeClr val="tx1"/>
                </a:solidFill>
                <a:latin typeface="微软雅黑" panose="020B0503020204020204" pitchFamily="34" charset="-122"/>
                <a:ea typeface="微软雅黑" panose="020B0503020204020204" pitchFamily="34" charset="-122"/>
              </a:rPr>
              <a:t>CPU/GPU</a:t>
            </a:r>
            <a:r>
              <a:rPr lang="zh-CN" altLang="en-US" sz="2400" dirty="0" smtClean="0">
                <a:solidFill>
                  <a:schemeClr val="tx1"/>
                </a:solidFill>
                <a:latin typeface="微软雅黑" panose="020B0503020204020204" pitchFamily="34" charset="-122"/>
                <a:ea typeface="微软雅黑" panose="020B0503020204020204" pitchFamily="34" charset="-122"/>
              </a:rPr>
              <a:t>异构平台大规模并行处理的能力是提升流式信号处理速度的关键</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marL="342900" indent="-215900" fontAlgn="auto" latinLnBrk="0">
              <a:lnSpc>
                <a:spcPct val="150000"/>
              </a:lnSpc>
              <a:spcBef>
                <a:spcPts val="600"/>
              </a:spcBef>
              <a:spcAft>
                <a:spcPts val="0"/>
              </a:spcAft>
              <a:buClr>
                <a:schemeClr val="tx2"/>
              </a:buClr>
              <a:buFont typeface="Arial" panose="020B0604020202020204" pitchFamily="34" charset="0"/>
              <a:buChar char="•"/>
            </a:pPr>
            <a:r>
              <a:rPr lang="zh-CN" altLang="en-US" sz="2400" dirty="0" smtClean="0">
                <a:solidFill>
                  <a:schemeClr val="tx1"/>
                </a:solidFill>
                <a:latin typeface="微软雅黑" panose="020B0503020204020204" pitchFamily="34" charset="-122"/>
                <a:ea typeface="微软雅黑" panose="020B0503020204020204" pitchFamily="34" charset="-122"/>
              </a:rPr>
              <a:t>异构平台内存、计算资源有限，数据传输瓶颈制约集群性能发挥，提高系统资源利用率是海量数据高效处理的关键因素</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844924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研究背景与意义</a:t>
            </a:r>
            <a:endParaRPr lang="zh-CN" altLang="en-US" sz="30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7" name="圆角矩形 44">
            <a:extLst>
              <a:ext uri="{FF2B5EF4-FFF2-40B4-BE49-F238E27FC236}">
                <a16:creationId xmlns:a16="http://schemas.microsoft.com/office/drawing/2014/main" id="{DA6BADC4-D8A6-4EA6-ABB0-7671675E6740}"/>
              </a:ext>
            </a:extLst>
          </p:cNvPr>
          <p:cNvSpPr/>
          <p:nvPr/>
        </p:nvSpPr>
        <p:spPr>
          <a:xfrm>
            <a:off x="239977" y="2161042"/>
            <a:ext cx="3224584" cy="2396454"/>
          </a:xfrm>
          <a:prstGeom prst="roundRect">
            <a:avLst>
              <a:gd name="adj" fmla="val 12929"/>
            </a:avLst>
          </a:prstGeom>
          <a:noFill/>
          <a:ln w="19050">
            <a:solidFill>
              <a:schemeClr val="accent1">
                <a:lumMod val="60000"/>
                <a:lumOff val="40000"/>
              </a:schemeClr>
            </a:solidFill>
            <a:miter lim="800000"/>
          </a:ln>
        </p:spPr>
        <p:txBody>
          <a:bodyPr anchor="ctr"/>
          <a:lstStyle/>
          <a:p>
            <a:pPr marL="412750" indent="-285750" fontAlgn="auto" latinLnBrk="0">
              <a:lnSpc>
                <a:spcPct val="120000"/>
              </a:lnSpc>
              <a:spcBef>
                <a:spcPts val="400"/>
              </a:spcBef>
              <a:spcAft>
                <a:spcPts val="0"/>
              </a:spcAft>
              <a:buClr>
                <a:schemeClr val="tx2"/>
              </a:buClr>
              <a:buFont typeface="Arial" panose="020B0604020202020204" pitchFamily="34" charset="0"/>
              <a:buChar char="•"/>
            </a:pPr>
            <a:r>
              <a:rPr lang="zh-CN" altLang="en-US" sz="1400" b="0" dirty="0" smtClean="0">
                <a:solidFill>
                  <a:schemeClr val="tx1"/>
                </a:solidFill>
                <a:latin typeface="微软雅黑" panose="020B0503020204020204" pitchFamily="34" charset="-122"/>
                <a:ea typeface="微软雅黑" panose="020B0503020204020204" pitchFamily="34" charset="-122"/>
              </a:rPr>
              <a:t>接收机分配主机内存，缓冲未处理数据。待异构平台执行完成后释放内存。</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412750" indent="-285750" fontAlgn="auto" latinLnBrk="0">
              <a:lnSpc>
                <a:spcPct val="120000"/>
              </a:lnSpc>
              <a:spcBef>
                <a:spcPts val="400"/>
              </a:spcBef>
              <a:spcAft>
                <a:spcPts val="0"/>
              </a:spcAft>
              <a:buClr>
                <a:schemeClr val="tx2"/>
              </a:buClr>
              <a:buFont typeface="Arial" panose="020B0604020202020204" pitchFamily="34" charset="0"/>
              <a:buChar char="•"/>
            </a:pPr>
            <a:r>
              <a:rPr lang="en-US" altLang="zh-CN" sz="1400" b="0" dirty="0" smtClean="0">
                <a:solidFill>
                  <a:schemeClr val="tx1"/>
                </a:solidFill>
                <a:latin typeface="微软雅黑" panose="020B0503020204020204" pitchFamily="34" charset="-122"/>
                <a:ea typeface="微软雅黑" panose="020B0503020204020204" pitchFamily="34" charset="-122"/>
              </a:rPr>
              <a:t>GPU</a:t>
            </a:r>
            <a:r>
              <a:rPr lang="zh-CN" altLang="en-US" sz="1400" b="0" dirty="0" smtClean="0">
                <a:solidFill>
                  <a:schemeClr val="tx1"/>
                </a:solidFill>
                <a:latin typeface="微软雅黑" panose="020B0503020204020204" pitchFamily="34" charset="-122"/>
                <a:ea typeface="微软雅黑" panose="020B0503020204020204" pitchFamily="34" charset="-122"/>
              </a:rPr>
              <a:t>按应用提交任务的顺序</a:t>
            </a:r>
            <a:r>
              <a:rPr lang="en-US" altLang="zh-CN" sz="1400" b="0" dirty="0" smtClean="0">
                <a:solidFill>
                  <a:schemeClr val="tx1"/>
                </a:solidFill>
                <a:latin typeface="微软雅黑" panose="020B0503020204020204" pitchFamily="34" charset="-122"/>
                <a:ea typeface="微软雅黑" panose="020B0503020204020204" pitchFamily="34" charset="-122"/>
              </a:rPr>
              <a:t>FIFO</a:t>
            </a:r>
            <a:r>
              <a:rPr lang="zh-CN" altLang="en-US" sz="1400" b="0" dirty="0" smtClean="0">
                <a:solidFill>
                  <a:schemeClr val="tx1"/>
                </a:solidFill>
                <a:latin typeface="微软雅黑" panose="020B0503020204020204" pitchFamily="34" charset="-122"/>
                <a:ea typeface="微软雅黑" panose="020B0503020204020204" pitchFamily="34" charset="-122"/>
              </a:rPr>
              <a:t>调度执行，不考虑调整任务队列获得运行时收益。</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412750" indent="-285750" fontAlgn="auto" latinLnBrk="0">
              <a:lnSpc>
                <a:spcPct val="120000"/>
              </a:lnSpc>
              <a:spcBef>
                <a:spcPts val="400"/>
              </a:spcBef>
              <a:spcAft>
                <a:spcPts val="0"/>
              </a:spcAft>
              <a:buClr>
                <a:schemeClr val="tx2"/>
              </a:buClr>
              <a:buFont typeface="Arial" panose="020B0604020202020204" pitchFamily="34" charset="0"/>
              <a:buChar char="•"/>
            </a:pPr>
            <a:r>
              <a:rPr lang="zh-CN" altLang="en-US" sz="1400" b="0" dirty="0" smtClean="0">
                <a:solidFill>
                  <a:schemeClr val="tx1"/>
                </a:solidFill>
                <a:latin typeface="微软雅黑" panose="020B0503020204020204" pitchFamily="34" charset="-122"/>
                <a:ea typeface="微软雅黑" panose="020B0503020204020204" pitchFamily="34" charset="-122"/>
              </a:rPr>
              <a:t>应用按照一个计算任务对应一个</a:t>
            </a:r>
            <a:r>
              <a:rPr lang="en-US" altLang="zh-CN" sz="1400" b="0" dirty="0" smtClean="0">
                <a:solidFill>
                  <a:schemeClr val="tx1"/>
                </a:solidFill>
                <a:latin typeface="微软雅黑" panose="020B0503020204020204" pitchFamily="34" charset="-122"/>
                <a:ea typeface="微软雅黑" panose="020B0503020204020204" pitchFamily="34" charset="-122"/>
              </a:rPr>
              <a:t>GPU</a:t>
            </a:r>
            <a:r>
              <a:rPr lang="zh-CN" altLang="en-US" sz="1400" b="0" dirty="0" smtClean="0">
                <a:solidFill>
                  <a:schemeClr val="tx1"/>
                </a:solidFill>
                <a:latin typeface="微软雅黑" panose="020B0503020204020204" pitchFamily="34" charset="-122"/>
                <a:ea typeface="微软雅黑" panose="020B0503020204020204" pitchFamily="34" charset="-122"/>
              </a:rPr>
              <a:t>的映射方式调度运行。</a:t>
            </a:r>
            <a:endParaRPr lang="en-US" altLang="zh-CN" sz="1400" b="0" dirty="0">
              <a:solidFill>
                <a:schemeClr val="tx1"/>
              </a:solidFill>
              <a:latin typeface="微软雅黑" panose="020B0503020204020204" pitchFamily="34" charset="-122"/>
              <a:ea typeface="微软雅黑" panose="020B0503020204020204" pitchFamily="34" charset="-122"/>
            </a:endParaRPr>
          </a:p>
        </p:txBody>
      </p:sp>
      <p:grpSp>
        <p:nvGrpSpPr>
          <p:cNvPr id="9" name="Group 31">
            <a:extLst>
              <a:ext uri="{FF2B5EF4-FFF2-40B4-BE49-F238E27FC236}">
                <a16:creationId xmlns:a16="http://schemas.microsoft.com/office/drawing/2014/main" id="{A8AEAF8E-26B8-4AEC-B4E6-4D71355376CD}"/>
              </a:ext>
            </a:extLst>
          </p:cNvPr>
          <p:cNvGrpSpPr/>
          <p:nvPr/>
        </p:nvGrpSpPr>
        <p:grpSpPr bwMode="auto">
          <a:xfrm>
            <a:off x="109368" y="1890351"/>
            <a:ext cx="3026730" cy="392415"/>
            <a:chOff x="-275120" y="-29515"/>
            <a:chExt cx="4178222" cy="466169"/>
          </a:xfrm>
        </p:grpSpPr>
        <p:sp>
          <p:nvSpPr>
            <p:cNvPr id="10" name="矩形 82">
              <a:extLst>
                <a:ext uri="{FF2B5EF4-FFF2-40B4-BE49-F238E27FC236}">
                  <a16:creationId xmlns:a16="http://schemas.microsoft.com/office/drawing/2014/main" id="{428882F5-0BBA-4130-9DE7-0262D06E80F3}"/>
                </a:ext>
              </a:extLst>
            </p:cNvPr>
            <p:cNvSpPr>
              <a:spLocks noChangeArrowheads="1"/>
            </p:cNvSpPr>
            <p:nvPr/>
          </p:nvSpPr>
          <p:spPr bwMode="auto">
            <a:xfrm>
              <a:off x="-275120" y="-29515"/>
              <a:ext cx="1975305" cy="466169"/>
            </a:xfrm>
            <a:prstGeom prst="rect">
              <a:avLst/>
            </a:prstGeom>
            <a:noFill/>
            <a:ln w="9525">
              <a:noFill/>
              <a:miter lim="800000"/>
            </a:ln>
          </p:spPr>
          <p:txBody>
            <a:bodyPr wrap="square">
              <a:spAutoFit/>
            </a:bodyPr>
            <a:lstStyle/>
            <a:p>
              <a:endParaRPr lang="zh-CN" altLang="en-US" sz="1950" dirty="0">
                <a:solidFill>
                  <a:schemeClr val="bg1"/>
                </a:solidFill>
                <a:latin typeface="微软雅黑" panose="020B0503020204020204" pitchFamily="34" charset="-122"/>
                <a:ea typeface="微软雅黑" panose="020B0503020204020204" pitchFamily="34" charset="-122"/>
              </a:endParaRPr>
            </a:p>
          </p:txBody>
        </p:sp>
        <p:sp>
          <p:nvSpPr>
            <p:cNvPr id="11" name="剪去单角的矩形 123">
              <a:extLst>
                <a:ext uri="{FF2B5EF4-FFF2-40B4-BE49-F238E27FC236}">
                  <a16:creationId xmlns:a16="http://schemas.microsoft.com/office/drawing/2014/main" id="{8B99E155-344C-4144-A8F1-3A60B53BC35E}"/>
                </a:ext>
              </a:extLst>
            </p:cNvPr>
            <p:cNvSpPr>
              <a:spLocks noChangeArrowheads="1"/>
            </p:cNvSpPr>
            <p:nvPr/>
          </p:nvSpPr>
          <p:spPr bwMode="auto">
            <a:xfrm>
              <a:off x="1" y="16322"/>
              <a:ext cx="3903101" cy="375430"/>
            </a:xfrm>
            <a:custGeom>
              <a:avLst/>
              <a:gdLst>
                <a:gd name="T0" fmla="*/ 0 w 1576223"/>
                <a:gd name="T1" fmla="*/ 0 h 342328"/>
                <a:gd name="T2" fmla="*/ 277 w 1576223"/>
                <a:gd name="T3" fmla="*/ 0 h 342328"/>
                <a:gd name="T4" fmla="*/ 305 w 1576223"/>
                <a:gd name="T5" fmla="*/ 170 h 342328"/>
                <a:gd name="T6" fmla="*/ 305 w 1576223"/>
                <a:gd name="T7" fmla="*/ 400 h 342328"/>
                <a:gd name="T8" fmla="*/ 0 w 1576223"/>
                <a:gd name="T9" fmla="*/ 400 h 342328"/>
                <a:gd name="T10" fmla="*/ 0 w 1576223"/>
                <a:gd name="T11" fmla="*/ 0 h 342328"/>
                <a:gd name="T12" fmla="*/ 0 60000 65536"/>
                <a:gd name="T13" fmla="*/ 0 60000 65536"/>
                <a:gd name="T14" fmla="*/ 0 60000 65536"/>
                <a:gd name="T15" fmla="*/ 0 60000 65536"/>
                <a:gd name="T16" fmla="*/ 0 60000 65536"/>
                <a:gd name="T17" fmla="*/ 0 60000 65536"/>
                <a:gd name="T18" fmla="*/ 0 w 1576223"/>
                <a:gd name="T19" fmla="*/ 0 h 342328"/>
                <a:gd name="T20" fmla="*/ 1576223 w 1576223"/>
                <a:gd name="T21" fmla="*/ 342328 h 342328"/>
              </a:gdLst>
              <a:ahLst/>
              <a:cxnLst>
                <a:cxn ang="T12">
                  <a:pos x="T0" y="T1"/>
                </a:cxn>
                <a:cxn ang="T13">
                  <a:pos x="T2" y="T3"/>
                </a:cxn>
                <a:cxn ang="T14">
                  <a:pos x="T4" y="T5"/>
                </a:cxn>
                <a:cxn ang="T15">
                  <a:pos x="T6" y="T7"/>
                </a:cxn>
                <a:cxn ang="T16">
                  <a:pos x="T8" y="T9"/>
                </a:cxn>
                <a:cxn ang="T17">
                  <a:pos x="T10" y="T11"/>
                </a:cxn>
              </a:cxnLst>
              <a:rect l="T18" t="T19" r="T20" b="T21"/>
              <a:pathLst>
                <a:path w="1576223" h="342328">
                  <a:moveTo>
                    <a:pt x="0" y="0"/>
                  </a:moveTo>
                  <a:lnTo>
                    <a:pt x="1430634" y="0"/>
                  </a:lnTo>
                  <a:lnTo>
                    <a:pt x="1576223" y="145589"/>
                  </a:lnTo>
                  <a:lnTo>
                    <a:pt x="1576223" y="342328"/>
                  </a:lnTo>
                  <a:lnTo>
                    <a:pt x="0" y="342328"/>
                  </a:lnTo>
                  <a:lnTo>
                    <a:pt x="0" y="0"/>
                  </a:lnTo>
                  <a:close/>
                </a:path>
              </a:pathLst>
            </a:custGeom>
            <a:solidFill>
              <a:schemeClr val="accent1">
                <a:lumMod val="60000"/>
                <a:lumOff val="40000"/>
              </a:schemeClr>
            </a:solidFill>
            <a:ln w="9525">
              <a:noFill/>
              <a:miter lim="800000"/>
            </a:ln>
          </p:spPr>
          <p:txBody>
            <a:bodyPr/>
            <a:lstStyle/>
            <a:p>
              <a:r>
                <a:rPr lang="zh-CN" altLang="en-US" sz="1600" smtClean="0">
                  <a:solidFill>
                    <a:schemeClr val="bg1"/>
                  </a:solidFill>
                  <a:latin typeface="微软雅黑" panose="020B0503020204020204" pitchFamily="34" charset="-122"/>
                  <a:ea typeface="微软雅黑" panose="020B0503020204020204" pitchFamily="34" charset="-122"/>
                </a:rPr>
                <a:t>朴素异构</a:t>
              </a:r>
              <a:r>
                <a:rPr lang="zh-CN" altLang="en-US" sz="1600" dirty="0" smtClean="0">
                  <a:solidFill>
                    <a:schemeClr val="bg1"/>
                  </a:solidFill>
                  <a:latin typeface="微软雅黑" panose="020B0503020204020204" pitchFamily="34" charset="-122"/>
                  <a:ea typeface="微软雅黑" panose="020B0503020204020204" pitchFamily="34" charset="-122"/>
                </a:rPr>
                <a:t>平台数据处理概况</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sp>
        <p:nvSpPr>
          <p:cNvPr id="12" name="矩形 11"/>
          <p:cNvSpPr/>
          <p:nvPr/>
        </p:nvSpPr>
        <p:spPr>
          <a:xfrm>
            <a:off x="492730" y="1223757"/>
            <a:ext cx="3486655" cy="498598"/>
          </a:xfrm>
          <a:prstGeom prst="rect">
            <a:avLst/>
          </a:prstGeom>
        </p:spPr>
        <p:txBody>
          <a:bodyPr wrap="square">
            <a:spAutoFit/>
          </a:bodyPr>
          <a:lstStyle/>
          <a:p>
            <a:pPr fontAlgn="auto" latinLnBrk="0">
              <a:lnSpc>
                <a:spcPct val="120000"/>
              </a:lnSpc>
              <a:spcBef>
                <a:spcPts val="0"/>
              </a:spcBef>
              <a:spcAft>
                <a:spcPts val="800"/>
              </a:spcAft>
              <a:buClr>
                <a:schemeClr val="tx2"/>
              </a:buClr>
            </a:pPr>
            <a:r>
              <a:rPr lang="zh-CN" altLang="en-US" sz="2200" dirty="0" smtClean="0">
                <a:solidFill>
                  <a:schemeClr val="tx1"/>
                </a:solidFill>
                <a:latin typeface="微软雅黑" panose="020B0503020204020204" pitchFamily="34" charset="-122"/>
                <a:ea typeface="微软雅黑" panose="020B0503020204020204" pitchFamily="34" charset="-122"/>
              </a:rPr>
              <a:t>异构平台</a:t>
            </a:r>
            <a:r>
              <a:rPr lang="zh-CN" altLang="en-US" sz="2200" dirty="0">
                <a:solidFill>
                  <a:schemeClr val="tx1"/>
                </a:solidFill>
                <a:latin typeface="微软雅黑" panose="020B0503020204020204" pitchFamily="34" charset="-122"/>
                <a:ea typeface="微软雅黑" panose="020B0503020204020204" pitchFamily="34" charset="-122"/>
              </a:rPr>
              <a:t>并行</a:t>
            </a:r>
            <a:r>
              <a:rPr lang="zh-CN" altLang="en-US" sz="2200" dirty="0" smtClean="0">
                <a:solidFill>
                  <a:schemeClr val="tx1"/>
                </a:solidFill>
                <a:latin typeface="微软雅黑" panose="020B0503020204020204" pitchFamily="34" charset="-122"/>
                <a:ea typeface="微软雅黑" panose="020B0503020204020204" pitchFamily="34" charset="-122"/>
              </a:rPr>
              <a:t>处理现状</a:t>
            </a:r>
            <a:endParaRPr lang="en-US" altLang="zh-CN" sz="2200" dirty="0">
              <a:solidFill>
                <a:schemeClr val="tx1"/>
              </a:solidFill>
              <a:latin typeface="微软雅黑" panose="020B0503020204020204" pitchFamily="34" charset="-122"/>
              <a:ea typeface="微软雅黑" panose="020B0503020204020204" pitchFamily="34" charset="-122"/>
            </a:endParaRPr>
          </a:p>
        </p:txBody>
      </p:sp>
      <p:sp>
        <p:nvSpPr>
          <p:cNvPr id="13" name="圆角矩形 44">
            <a:extLst>
              <a:ext uri="{FF2B5EF4-FFF2-40B4-BE49-F238E27FC236}">
                <a16:creationId xmlns:a16="http://schemas.microsoft.com/office/drawing/2014/main" id="{DA6BADC4-D8A6-4EA6-ABB0-7671675E6740}"/>
              </a:ext>
            </a:extLst>
          </p:cNvPr>
          <p:cNvSpPr/>
          <p:nvPr/>
        </p:nvSpPr>
        <p:spPr>
          <a:xfrm>
            <a:off x="239977" y="4846320"/>
            <a:ext cx="3224584" cy="1005144"/>
          </a:xfrm>
          <a:prstGeom prst="roundRect">
            <a:avLst>
              <a:gd name="adj" fmla="val 12929"/>
            </a:avLst>
          </a:prstGeom>
          <a:noFill/>
          <a:ln w="19050">
            <a:solidFill>
              <a:schemeClr val="accent1">
                <a:lumMod val="60000"/>
                <a:lumOff val="40000"/>
              </a:schemeClr>
            </a:solidFill>
            <a:miter lim="800000"/>
          </a:ln>
        </p:spPr>
        <p:txBody>
          <a:bodyPr anchor="ctr"/>
          <a:lstStyle/>
          <a:p>
            <a:pPr marL="412750" indent="-285750" fontAlgn="auto" latinLnBrk="0">
              <a:lnSpc>
                <a:spcPct val="120000"/>
              </a:lnSpc>
              <a:spcBef>
                <a:spcPts val="400"/>
              </a:spcBef>
              <a:spcAft>
                <a:spcPts val="0"/>
              </a:spcAft>
              <a:buClr>
                <a:schemeClr val="tx2"/>
              </a:buClr>
              <a:buFont typeface="Arial" panose="020B0604020202020204" pitchFamily="34" charset="0"/>
              <a:buChar char="•"/>
            </a:pPr>
            <a:r>
              <a:rPr lang="en-US" altLang="zh-CN" sz="1400" b="0" dirty="0" smtClean="0">
                <a:solidFill>
                  <a:schemeClr val="tx1"/>
                </a:solidFill>
                <a:latin typeface="微软雅黑" panose="020B0503020204020204" pitchFamily="34" charset="-122"/>
                <a:ea typeface="微软雅黑" panose="020B0503020204020204" pitchFamily="34" charset="-122"/>
              </a:rPr>
              <a:t>CUDA</a:t>
            </a:r>
            <a:r>
              <a:rPr lang="zh-CN" altLang="en-US" sz="1400" b="0" dirty="0" smtClean="0">
                <a:solidFill>
                  <a:schemeClr val="tx1"/>
                </a:solidFill>
                <a:latin typeface="微软雅黑" panose="020B0503020204020204" pitchFamily="34" charset="-122"/>
                <a:ea typeface="微软雅黑" panose="020B0503020204020204" pitchFamily="34" charset="-122"/>
              </a:rPr>
              <a:t>的编程模式中，</a:t>
            </a:r>
            <a:r>
              <a:rPr lang="en-US" altLang="zh-CN" sz="1400" b="0" dirty="0" smtClean="0">
                <a:solidFill>
                  <a:schemeClr val="tx1"/>
                </a:solidFill>
                <a:latin typeface="微软雅黑" panose="020B0503020204020204" pitchFamily="34" charset="-122"/>
                <a:ea typeface="微软雅黑" panose="020B0503020204020204" pitchFamily="34" charset="-122"/>
              </a:rPr>
              <a:t>kernel</a:t>
            </a:r>
            <a:r>
              <a:rPr lang="zh-CN" altLang="en-US" sz="1400" b="0" dirty="0" smtClean="0">
                <a:solidFill>
                  <a:schemeClr val="tx1"/>
                </a:solidFill>
                <a:latin typeface="微软雅黑" panose="020B0503020204020204" pitchFamily="34" charset="-122"/>
                <a:ea typeface="微软雅黑" panose="020B0503020204020204" pitchFamily="34" charset="-122"/>
              </a:rPr>
              <a:t>运算分为上传数据至设备、设备计算、下载处理数据三个步骤。</a:t>
            </a:r>
            <a:endParaRPr lang="en-US" altLang="zh-CN" sz="1400" b="0" dirty="0" smtClean="0">
              <a:solidFill>
                <a:schemeClr val="tx1"/>
              </a:solidFill>
              <a:latin typeface="微软雅黑" panose="020B0503020204020204" pitchFamily="34" charset="-122"/>
              <a:ea typeface="微软雅黑" panose="020B0503020204020204" pitchFamily="34" charset="-122"/>
            </a:endParaRPr>
          </a:p>
        </p:txBody>
      </p:sp>
      <p:grpSp>
        <p:nvGrpSpPr>
          <p:cNvPr id="14" name="Group 31">
            <a:extLst>
              <a:ext uri="{FF2B5EF4-FFF2-40B4-BE49-F238E27FC236}">
                <a16:creationId xmlns:a16="http://schemas.microsoft.com/office/drawing/2014/main" id="{A8AEAF8E-26B8-4AEC-B4E6-4D71355376CD}"/>
              </a:ext>
            </a:extLst>
          </p:cNvPr>
          <p:cNvGrpSpPr/>
          <p:nvPr/>
        </p:nvGrpSpPr>
        <p:grpSpPr bwMode="auto">
          <a:xfrm>
            <a:off x="109368" y="4560625"/>
            <a:ext cx="3026730" cy="352593"/>
            <a:chOff x="-275120" y="-29515"/>
            <a:chExt cx="4178222" cy="466169"/>
          </a:xfrm>
        </p:grpSpPr>
        <p:sp>
          <p:nvSpPr>
            <p:cNvPr id="15" name="矩形 82">
              <a:extLst>
                <a:ext uri="{FF2B5EF4-FFF2-40B4-BE49-F238E27FC236}">
                  <a16:creationId xmlns:a16="http://schemas.microsoft.com/office/drawing/2014/main" id="{428882F5-0BBA-4130-9DE7-0262D06E80F3}"/>
                </a:ext>
              </a:extLst>
            </p:cNvPr>
            <p:cNvSpPr>
              <a:spLocks noChangeArrowheads="1"/>
            </p:cNvSpPr>
            <p:nvPr/>
          </p:nvSpPr>
          <p:spPr bwMode="auto">
            <a:xfrm>
              <a:off x="-275120" y="-29515"/>
              <a:ext cx="1975305" cy="466169"/>
            </a:xfrm>
            <a:prstGeom prst="rect">
              <a:avLst/>
            </a:prstGeom>
            <a:noFill/>
            <a:ln w="9525">
              <a:noFill/>
              <a:miter lim="800000"/>
            </a:ln>
          </p:spPr>
          <p:txBody>
            <a:bodyPr wrap="square">
              <a:spAutoFit/>
            </a:bodyPr>
            <a:lstStyle/>
            <a:p>
              <a:endParaRPr lang="zh-CN" altLang="en-US" sz="1950" dirty="0">
                <a:solidFill>
                  <a:schemeClr val="bg1"/>
                </a:solidFill>
                <a:latin typeface="微软雅黑" panose="020B0503020204020204" pitchFamily="34" charset="-122"/>
                <a:ea typeface="微软雅黑" panose="020B0503020204020204" pitchFamily="34" charset="-122"/>
              </a:endParaRPr>
            </a:p>
          </p:txBody>
        </p:sp>
        <p:sp>
          <p:nvSpPr>
            <p:cNvPr id="16" name="剪去单角的矩形 123">
              <a:extLst>
                <a:ext uri="{FF2B5EF4-FFF2-40B4-BE49-F238E27FC236}">
                  <a16:creationId xmlns:a16="http://schemas.microsoft.com/office/drawing/2014/main" id="{8B99E155-344C-4144-A8F1-3A60B53BC35E}"/>
                </a:ext>
              </a:extLst>
            </p:cNvPr>
            <p:cNvSpPr>
              <a:spLocks noChangeArrowheads="1"/>
            </p:cNvSpPr>
            <p:nvPr/>
          </p:nvSpPr>
          <p:spPr bwMode="auto">
            <a:xfrm>
              <a:off x="1" y="16322"/>
              <a:ext cx="3903101" cy="375430"/>
            </a:xfrm>
            <a:custGeom>
              <a:avLst/>
              <a:gdLst>
                <a:gd name="T0" fmla="*/ 0 w 1576223"/>
                <a:gd name="T1" fmla="*/ 0 h 342328"/>
                <a:gd name="T2" fmla="*/ 277 w 1576223"/>
                <a:gd name="T3" fmla="*/ 0 h 342328"/>
                <a:gd name="T4" fmla="*/ 305 w 1576223"/>
                <a:gd name="T5" fmla="*/ 170 h 342328"/>
                <a:gd name="T6" fmla="*/ 305 w 1576223"/>
                <a:gd name="T7" fmla="*/ 400 h 342328"/>
                <a:gd name="T8" fmla="*/ 0 w 1576223"/>
                <a:gd name="T9" fmla="*/ 400 h 342328"/>
                <a:gd name="T10" fmla="*/ 0 w 1576223"/>
                <a:gd name="T11" fmla="*/ 0 h 342328"/>
                <a:gd name="T12" fmla="*/ 0 60000 65536"/>
                <a:gd name="T13" fmla="*/ 0 60000 65536"/>
                <a:gd name="T14" fmla="*/ 0 60000 65536"/>
                <a:gd name="T15" fmla="*/ 0 60000 65536"/>
                <a:gd name="T16" fmla="*/ 0 60000 65536"/>
                <a:gd name="T17" fmla="*/ 0 60000 65536"/>
                <a:gd name="T18" fmla="*/ 0 w 1576223"/>
                <a:gd name="T19" fmla="*/ 0 h 342328"/>
                <a:gd name="T20" fmla="*/ 1576223 w 1576223"/>
                <a:gd name="T21" fmla="*/ 342328 h 342328"/>
              </a:gdLst>
              <a:ahLst/>
              <a:cxnLst>
                <a:cxn ang="T12">
                  <a:pos x="T0" y="T1"/>
                </a:cxn>
                <a:cxn ang="T13">
                  <a:pos x="T2" y="T3"/>
                </a:cxn>
                <a:cxn ang="T14">
                  <a:pos x="T4" y="T5"/>
                </a:cxn>
                <a:cxn ang="T15">
                  <a:pos x="T6" y="T7"/>
                </a:cxn>
                <a:cxn ang="T16">
                  <a:pos x="T8" y="T9"/>
                </a:cxn>
                <a:cxn ang="T17">
                  <a:pos x="T10" y="T11"/>
                </a:cxn>
              </a:cxnLst>
              <a:rect l="T18" t="T19" r="T20" b="T21"/>
              <a:pathLst>
                <a:path w="1576223" h="342328">
                  <a:moveTo>
                    <a:pt x="0" y="0"/>
                  </a:moveTo>
                  <a:lnTo>
                    <a:pt x="1430634" y="0"/>
                  </a:lnTo>
                  <a:lnTo>
                    <a:pt x="1576223" y="145589"/>
                  </a:lnTo>
                  <a:lnTo>
                    <a:pt x="1576223" y="342328"/>
                  </a:lnTo>
                  <a:lnTo>
                    <a:pt x="0" y="342328"/>
                  </a:lnTo>
                  <a:lnTo>
                    <a:pt x="0" y="0"/>
                  </a:lnTo>
                  <a:close/>
                </a:path>
              </a:pathLst>
            </a:custGeom>
            <a:solidFill>
              <a:schemeClr val="accent1">
                <a:lumMod val="60000"/>
                <a:lumOff val="40000"/>
              </a:schemeClr>
            </a:solidFill>
            <a:ln w="9525">
              <a:noFill/>
              <a:miter lim="800000"/>
            </a:ln>
          </p:spPr>
          <p:txBody>
            <a:bodyPr/>
            <a:lstStyle/>
            <a:p>
              <a:r>
                <a:rPr lang="zh-CN" altLang="en-US" sz="1600" dirty="0">
                  <a:solidFill>
                    <a:schemeClr val="bg1"/>
                  </a:solidFill>
                  <a:latin typeface="微软雅黑" panose="020B0503020204020204" pitchFamily="34" charset="-122"/>
                  <a:ea typeface="微软雅黑" panose="020B0503020204020204" pitchFamily="34" charset="-122"/>
                </a:rPr>
                <a:t>编程</a:t>
              </a:r>
              <a:r>
                <a:rPr lang="zh-CN" altLang="en-US" sz="1600" dirty="0" smtClean="0">
                  <a:solidFill>
                    <a:schemeClr val="bg1"/>
                  </a:solidFill>
                  <a:latin typeface="微软雅黑" panose="020B0503020204020204" pitchFamily="34" charset="-122"/>
                  <a:ea typeface="微软雅黑" panose="020B0503020204020204" pitchFamily="34" charset="-122"/>
                </a:rPr>
                <a:t>模式</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9035" y="1471423"/>
            <a:ext cx="4710594" cy="3924346"/>
          </a:xfrm>
          <a:prstGeom prst="rect">
            <a:avLst/>
          </a:prstGeom>
        </p:spPr>
      </p:pic>
      <p:sp>
        <p:nvSpPr>
          <p:cNvPr id="20" name="圆角矩形 44"/>
          <p:cNvSpPr/>
          <p:nvPr/>
        </p:nvSpPr>
        <p:spPr>
          <a:xfrm>
            <a:off x="239977" y="5903396"/>
            <a:ext cx="3342006" cy="699121"/>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19050">
            <a:solidFill>
              <a:srgbClr val="44B0EE"/>
            </a:solidFill>
            <a:miter lim="800000"/>
          </a:ln>
        </p:spPr>
        <p:txBody>
          <a:bodyPr anchor="ctr" anchorCtr="0"/>
          <a:lstStyle/>
          <a:p>
            <a:pPr lvl="0" algn="ctr" fontAlgn="auto">
              <a:lnSpc>
                <a:spcPct val="120000"/>
              </a:lnSpc>
              <a:spcBef>
                <a:spcPts val="0"/>
              </a:spcBef>
              <a:spcAft>
                <a:spcPts val="400"/>
              </a:spcAft>
              <a:buClr>
                <a:srgbClr val="44546A"/>
              </a:buClr>
            </a:pPr>
            <a:r>
              <a:rPr lang="zh-CN" altLang="en-US" sz="1600" dirty="0" smtClean="0">
                <a:latin typeface="微软雅黑" panose="020B0503020204020204" pitchFamily="34" charset="-122"/>
                <a:ea typeface="微软雅黑" panose="020B0503020204020204" pitchFamily="34" charset="-122"/>
              </a:rPr>
              <a:t>处理机主存有限，</a:t>
            </a:r>
            <a:r>
              <a:rPr lang="en-US" altLang="zh-CN" sz="1600" dirty="0" smtClean="0">
                <a:latin typeface="微软雅黑" panose="020B0503020204020204" pitchFamily="34" charset="-122"/>
                <a:ea typeface="微软雅黑" panose="020B0503020204020204" pitchFamily="34" charset="-122"/>
              </a:rPr>
              <a:t>GPU</a:t>
            </a:r>
            <a:r>
              <a:rPr lang="zh-CN" altLang="en-US" sz="1600" dirty="0" smtClean="0">
                <a:latin typeface="微软雅黑" panose="020B0503020204020204" pitchFamily="34" charset="-122"/>
                <a:ea typeface="微软雅黑" panose="020B0503020204020204" pitchFamily="34" charset="-122"/>
              </a:rPr>
              <a:t>任务执行不可抢占，任务规模划分不合理</a:t>
            </a:r>
            <a:endParaRPr lang="en-US" altLang="zh-CN" sz="16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4150767" y="5497879"/>
            <a:ext cx="4227130" cy="1227945"/>
          </a:xfrm>
          <a:prstGeom prst="rect">
            <a:avLst/>
          </a:prstGeom>
        </p:spPr>
      </p:pic>
    </p:spTree>
    <p:extLst>
      <p:ext uri="{BB962C8B-B14F-4D97-AF65-F5344CB8AC3E}">
        <p14:creationId xmlns:p14="http://schemas.microsoft.com/office/powerpoint/2010/main" val="2039149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关键问题</a:t>
            </a:r>
            <a:endParaRPr lang="zh-CN" altLang="en-US" sz="30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51" name="矩形 50"/>
          <p:cNvSpPr/>
          <p:nvPr/>
        </p:nvSpPr>
        <p:spPr>
          <a:xfrm>
            <a:off x="574556" y="1270635"/>
            <a:ext cx="7694801" cy="904863"/>
          </a:xfrm>
          <a:prstGeom prst="rect">
            <a:avLst/>
          </a:prstGeom>
        </p:spPr>
        <p:txBody>
          <a:bodyPr wrap="square">
            <a:spAutoFit/>
          </a:bodyPr>
          <a:lstStyle/>
          <a:p>
            <a:pPr fontAlgn="auto">
              <a:lnSpc>
                <a:spcPct val="120000"/>
              </a:lnSpc>
              <a:spcBef>
                <a:spcPts val="0"/>
              </a:spcBef>
              <a:spcAft>
                <a:spcPts val="800"/>
              </a:spcAft>
              <a:buClr>
                <a:schemeClr val="tx2"/>
              </a:buClr>
            </a:pPr>
            <a:r>
              <a:rPr lang="zh-CN" altLang="en-US" sz="2200" dirty="0" smtClean="0">
                <a:latin typeface="微软雅黑" panose="020B0503020204020204" pitchFamily="34" charset="-122"/>
                <a:ea typeface="微软雅黑" panose="020B0503020204020204" pitchFamily="34" charset="-122"/>
                <a:sym typeface="+mn-ea"/>
              </a:rPr>
              <a:t>在海量高速流式数据处理中优化异构平台资源管理与高效利用需解决的关键问题</a:t>
            </a:r>
            <a:endParaRPr lang="en-US" altLang="en-US" sz="2200" dirty="0">
              <a:solidFill>
                <a:schemeClr val="tx1"/>
              </a:solidFill>
              <a:latin typeface="微软雅黑" panose="020B0503020204020204" pitchFamily="34" charset="-122"/>
              <a:ea typeface="微软雅黑" panose="020B0503020204020204" pitchFamily="34" charset="-122"/>
              <a:sym typeface="+mn-ea"/>
            </a:endParaRPr>
          </a:p>
        </p:txBody>
      </p:sp>
      <p:grpSp>
        <p:nvGrpSpPr>
          <p:cNvPr id="10" name="Group 4"/>
          <p:cNvGrpSpPr>
            <a:grpSpLocks noChangeAspect="1"/>
          </p:cNvGrpSpPr>
          <p:nvPr/>
        </p:nvGrpSpPr>
        <p:grpSpPr bwMode="auto">
          <a:xfrm>
            <a:off x="931863" y="2174875"/>
            <a:ext cx="7183437" cy="4510088"/>
            <a:chOff x="587" y="1370"/>
            <a:chExt cx="4525" cy="2841"/>
          </a:xfrm>
        </p:grpSpPr>
        <p:sp>
          <p:nvSpPr>
            <p:cNvPr id="12" name="AutoShape 3"/>
            <p:cNvSpPr>
              <a:spLocks noChangeAspect="1" noChangeArrowheads="1" noTextEdit="1"/>
            </p:cNvSpPr>
            <p:nvPr/>
          </p:nvSpPr>
          <p:spPr bwMode="auto">
            <a:xfrm>
              <a:off x="587" y="1370"/>
              <a:ext cx="4525" cy="2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5"/>
            <p:cNvSpPr>
              <a:spLocks/>
            </p:cNvSpPr>
            <p:nvPr/>
          </p:nvSpPr>
          <p:spPr bwMode="auto">
            <a:xfrm>
              <a:off x="596" y="1379"/>
              <a:ext cx="1178" cy="2826"/>
            </a:xfrm>
            <a:custGeom>
              <a:avLst/>
              <a:gdLst>
                <a:gd name="T0" fmla="*/ 182 w 3024"/>
                <a:gd name="T1" fmla="*/ 7257 h 7257"/>
                <a:gd name="T2" fmla="*/ 2843 w 3024"/>
                <a:gd name="T3" fmla="*/ 7257 h 7257"/>
                <a:gd name="T4" fmla="*/ 3024 w 3024"/>
                <a:gd name="T5" fmla="*/ 7076 h 7257"/>
                <a:gd name="T6" fmla="*/ 3024 w 3024"/>
                <a:gd name="T7" fmla="*/ 182 h 7257"/>
                <a:gd name="T8" fmla="*/ 2843 w 3024"/>
                <a:gd name="T9" fmla="*/ 0 h 7257"/>
                <a:gd name="T10" fmla="*/ 182 w 3024"/>
                <a:gd name="T11" fmla="*/ 0 h 7257"/>
                <a:gd name="T12" fmla="*/ 0 w 3024"/>
                <a:gd name="T13" fmla="*/ 182 h 7257"/>
                <a:gd name="T14" fmla="*/ 0 w 3024"/>
                <a:gd name="T15" fmla="*/ 7076 h 7257"/>
                <a:gd name="T16" fmla="*/ 182 w 3024"/>
                <a:gd name="T17" fmla="*/ 7257 h 7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4" h="7257">
                  <a:moveTo>
                    <a:pt x="182" y="7257"/>
                  </a:moveTo>
                  <a:lnTo>
                    <a:pt x="2843" y="7257"/>
                  </a:lnTo>
                  <a:cubicBezTo>
                    <a:pt x="2943" y="7257"/>
                    <a:pt x="3024" y="7176"/>
                    <a:pt x="3024" y="7076"/>
                  </a:cubicBezTo>
                  <a:lnTo>
                    <a:pt x="3024" y="182"/>
                  </a:lnTo>
                  <a:cubicBezTo>
                    <a:pt x="3024" y="82"/>
                    <a:pt x="2943" y="0"/>
                    <a:pt x="2843" y="0"/>
                  </a:cubicBezTo>
                  <a:lnTo>
                    <a:pt x="182" y="0"/>
                  </a:lnTo>
                  <a:cubicBezTo>
                    <a:pt x="82" y="0"/>
                    <a:pt x="0" y="82"/>
                    <a:pt x="0" y="182"/>
                  </a:cubicBezTo>
                  <a:lnTo>
                    <a:pt x="0" y="7076"/>
                  </a:lnTo>
                  <a:cubicBezTo>
                    <a:pt x="0" y="7176"/>
                    <a:pt x="82" y="7257"/>
                    <a:pt x="182" y="7257"/>
                  </a:cubicBezTo>
                  <a:close/>
                </a:path>
              </a:pathLst>
            </a:custGeom>
            <a:solidFill>
              <a:srgbClr val="DBEEF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6"/>
            <p:cNvSpPr>
              <a:spLocks/>
            </p:cNvSpPr>
            <p:nvPr/>
          </p:nvSpPr>
          <p:spPr bwMode="auto">
            <a:xfrm>
              <a:off x="596" y="1379"/>
              <a:ext cx="1178" cy="2826"/>
            </a:xfrm>
            <a:custGeom>
              <a:avLst/>
              <a:gdLst>
                <a:gd name="T0" fmla="*/ 182 w 3024"/>
                <a:gd name="T1" fmla="*/ 7257 h 7257"/>
                <a:gd name="T2" fmla="*/ 2843 w 3024"/>
                <a:gd name="T3" fmla="*/ 7257 h 7257"/>
                <a:gd name="T4" fmla="*/ 3024 w 3024"/>
                <a:gd name="T5" fmla="*/ 7076 h 7257"/>
                <a:gd name="T6" fmla="*/ 3024 w 3024"/>
                <a:gd name="T7" fmla="*/ 182 h 7257"/>
                <a:gd name="T8" fmla="*/ 2843 w 3024"/>
                <a:gd name="T9" fmla="*/ 0 h 7257"/>
                <a:gd name="T10" fmla="*/ 182 w 3024"/>
                <a:gd name="T11" fmla="*/ 0 h 7257"/>
                <a:gd name="T12" fmla="*/ 0 w 3024"/>
                <a:gd name="T13" fmla="*/ 182 h 7257"/>
                <a:gd name="T14" fmla="*/ 0 w 3024"/>
                <a:gd name="T15" fmla="*/ 7076 h 7257"/>
                <a:gd name="T16" fmla="*/ 182 w 3024"/>
                <a:gd name="T17" fmla="*/ 7257 h 7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4" h="7257">
                  <a:moveTo>
                    <a:pt x="182" y="7257"/>
                  </a:moveTo>
                  <a:lnTo>
                    <a:pt x="2843" y="7257"/>
                  </a:lnTo>
                  <a:cubicBezTo>
                    <a:pt x="2943" y="7257"/>
                    <a:pt x="3024" y="7176"/>
                    <a:pt x="3024" y="7076"/>
                  </a:cubicBezTo>
                  <a:lnTo>
                    <a:pt x="3024" y="182"/>
                  </a:lnTo>
                  <a:cubicBezTo>
                    <a:pt x="3024" y="82"/>
                    <a:pt x="2943" y="0"/>
                    <a:pt x="2843" y="0"/>
                  </a:cubicBezTo>
                  <a:lnTo>
                    <a:pt x="182" y="0"/>
                  </a:lnTo>
                  <a:cubicBezTo>
                    <a:pt x="82" y="0"/>
                    <a:pt x="0" y="82"/>
                    <a:pt x="0" y="182"/>
                  </a:cubicBezTo>
                  <a:lnTo>
                    <a:pt x="0" y="7076"/>
                  </a:lnTo>
                  <a:cubicBezTo>
                    <a:pt x="0" y="7176"/>
                    <a:pt x="82" y="7257"/>
                    <a:pt x="182" y="7257"/>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Rectangle 7"/>
            <p:cNvSpPr>
              <a:spLocks noChangeArrowheads="1"/>
            </p:cNvSpPr>
            <p:nvPr/>
          </p:nvSpPr>
          <p:spPr bwMode="auto">
            <a:xfrm>
              <a:off x="889" y="1434"/>
              <a:ext cx="362"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9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rPr>
                <a:t>系统需求</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9" name="Freeform 8"/>
            <p:cNvSpPr>
              <a:spLocks/>
            </p:cNvSpPr>
            <p:nvPr/>
          </p:nvSpPr>
          <p:spPr bwMode="auto">
            <a:xfrm>
              <a:off x="714" y="1851"/>
              <a:ext cx="943" cy="2119"/>
            </a:xfrm>
            <a:custGeom>
              <a:avLst/>
              <a:gdLst>
                <a:gd name="T0" fmla="*/ 302 w 2419"/>
                <a:gd name="T1" fmla="*/ 5442 h 5442"/>
                <a:gd name="T2" fmla="*/ 2116 w 2419"/>
                <a:gd name="T3" fmla="*/ 5442 h 5442"/>
                <a:gd name="T4" fmla="*/ 2419 w 2419"/>
                <a:gd name="T5" fmla="*/ 5140 h 5442"/>
                <a:gd name="T6" fmla="*/ 2419 w 2419"/>
                <a:gd name="T7" fmla="*/ 302 h 5442"/>
                <a:gd name="T8" fmla="*/ 2116 w 2419"/>
                <a:gd name="T9" fmla="*/ 0 h 5442"/>
                <a:gd name="T10" fmla="*/ 302 w 2419"/>
                <a:gd name="T11" fmla="*/ 0 h 5442"/>
                <a:gd name="T12" fmla="*/ 0 w 2419"/>
                <a:gd name="T13" fmla="*/ 302 h 5442"/>
                <a:gd name="T14" fmla="*/ 0 w 2419"/>
                <a:gd name="T15" fmla="*/ 5140 h 5442"/>
                <a:gd name="T16" fmla="*/ 302 w 2419"/>
                <a:gd name="T17" fmla="*/ 5442 h 5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5442">
                  <a:moveTo>
                    <a:pt x="302" y="5442"/>
                  </a:moveTo>
                  <a:lnTo>
                    <a:pt x="2116" y="5442"/>
                  </a:lnTo>
                  <a:cubicBezTo>
                    <a:pt x="2283" y="5442"/>
                    <a:pt x="2419" y="5307"/>
                    <a:pt x="2419" y="5140"/>
                  </a:cubicBezTo>
                  <a:lnTo>
                    <a:pt x="2419" y="302"/>
                  </a:lnTo>
                  <a:cubicBezTo>
                    <a:pt x="2419" y="135"/>
                    <a:pt x="2283" y="0"/>
                    <a:pt x="2116" y="0"/>
                  </a:cubicBezTo>
                  <a:lnTo>
                    <a:pt x="302" y="0"/>
                  </a:lnTo>
                  <a:cubicBezTo>
                    <a:pt x="135" y="0"/>
                    <a:pt x="0" y="135"/>
                    <a:pt x="0" y="302"/>
                  </a:cubicBezTo>
                  <a:lnTo>
                    <a:pt x="0" y="5140"/>
                  </a:lnTo>
                  <a:cubicBezTo>
                    <a:pt x="0" y="5307"/>
                    <a:pt x="135" y="5442"/>
                    <a:pt x="302" y="5442"/>
                  </a:cubicBezTo>
                  <a:close/>
                </a:path>
              </a:pathLst>
            </a:custGeom>
            <a:solidFill>
              <a:srgbClr val="F2F2F2"/>
            </a:solidFill>
            <a:ln w="0">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algn="ctr"/>
              <a:r>
                <a:rPr lang="zh-CN" altLang="en-US" dirty="0" smtClean="0">
                  <a:latin typeface="等线" panose="02010600030101010101" pitchFamily="2" charset="-122"/>
                  <a:ea typeface="等线" panose="02010600030101010101" pitchFamily="2" charset="-122"/>
                </a:rPr>
                <a:t>异构计算平台迫切需要提升对海量数据处理的能力</a:t>
              </a:r>
              <a:endParaRPr lang="zh-CN" altLang="en-US" dirty="0">
                <a:latin typeface="等线" panose="02010600030101010101" pitchFamily="2" charset="-122"/>
                <a:ea typeface="等线" panose="02010600030101010101" pitchFamily="2" charset="-122"/>
              </a:endParaRPr>
            </a:p>
          </p:txBody>
        </p:sp>
        <p:sp>
          <p:nvSpPr>
            <p:cNvPr id="21" name="Freeform 9"/>
            <p:cNvSpPr>
              <a:spLocks/>
            </p:cNvSpPr>
            <p:nvPr/>
          </p:nvSpPr>
          <p:spPr bwMode="auto">
            <a:xfrm>
              <a:off x="714" y="1851"/>
              <a:ext cx="943" cy="2119"/>
            </a:xfrm>
            <a:custGeom>
              <a:avLst/>
              <a:gdLst>
                <a:gd name="T0" fmla="*/ 302 w 2419"/>
                <a:gd name="T1" fmla="*/ 5442 h 5442"/>
                <a:gd name="T2" fmla="*/ 2116 w 2419"/>
                <a:gd name="T3" fmla="*/ 5442 h 5442"/>
                <a:gd name="T4" fmla="*/ 2419 w 2419"/>
                <a:gd name="T5" fmla="*/ 5140 h 5442"/>
                <a:gd name="T6" fmla="*/ 2419 w 2419"/>
                <a:gd name="T7" fmla="*/ 302 h 5442"/>
                <a:gd name="T8" fmla="*/ 2116 w 2419"/>
                <a:gd name="T9" fmla="*/ 0 h 5442"/>
                <a:gd name="T10" fmla="*/ 302 w 2419"/>
                <a:gd name="T11" fmla="*/ 0 h 5442"/>
                <a:gd name="T12" fmla="*/ 0 w 2419"/>
                <a:gd name="T13" fmla="*/ 302 h 5442"/>
                <a:gd name="T14" fmla="*/ 0 w 2419"/>
                <a:gd name="T15" fmla="*/ 5140 h 5442"/>
                <a:gd name="T16" fmla="*/ 302 w 2419"/>
                <a:gd name="T17" fmla="*/ 5442 h 5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5442">
                  <a:moveTo>
                    <a:pt x="302" y="5442"/>
                  </a:moveTo>
                  <a:lnTo>
                    <a:pt x="2116" y="5442"/>
                  </a:lnTo>
                  <a:cubicBezTo>
                    <a:pt x="2283" y="5442"/>
                    <a:pt x="2419" y="5307"/>
                    <a:pt x="2419" y="5140"/>
                  </a:cubicBezTo>
                  <a:lnTo>
                    <a:pt x="2419" y="302"/>
                  </a:lnTo>
                  <a:cubicBezTo>
                    <a:pt x="2419" y="135"/>
                    <a:pt x="2283" y="0"/>
                    <a:pt x="2116" y="0"/>
                  </a:cubicBezTo>
                  <a:lnTo>
                    <a:pt x="302" y="0"/>
                  </a:lnTo>
                  <a:cubicBezTo>
                    <a:pt x="135" y="0"/>
                    <a:pt x="0" y="135"/>
                    <a:pt x="0" y="302"/>
                  </a:cubicBezTo>
                  <a:lnTo>
                    <a:pt x="0" y="5140"/>
                  </a:lnTo>
                  <a:cubicBezTo>
                    <a:pt x="0" y="5307"/>
                    <a:pt x="135" y="5442"/>
                    <a:pt x="302" y="5442"/>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Rectangle 10"/>
            <p:cNvSpPr>
              <a:spLocks noChangeArrowheads="1"/>
            </p:cNvSpPr>
            <p:nvPr/>
          </p:nvSpPr>
          <p:spPr bwMode="auto">
            <a:xfrm>
              <a:off x="814" y="245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4" name="Rectangle 11"/>
            <p:cNvSpPr>
              <a:spLocks noChangeArrowheads="1"/>
            </p:cNvSpPr>
            <p:nvPr/>
          </p:nvSpPr>
          <p:spPr bwMode="auto">
            <a:xfrm>
              <a:off x="814" y="2639"/>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5" name="Rectangle 12"/>
            <p:cNvSpPr>
              <a:spLocks noChangeArrowheads="1"/>
            </p:cNvSpPr>
            <p:nvPr/>
          </p:nvSpPr>
          <p:spPr bwMode="auto">
            <a:xfrm>
              <a:off x="814" y="2817"/>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7" name="Rectangle 13"/>
            <p:cNvSpPr>
              <a:spLocks noChangeArrowheads="1"/>
            </p:cNvSpPr>
            <p:nvPr/>
          </p:nvSpPr>
          <p:spPr bwMode="auto">
            <a:xfrm>
              <a:off x="814" y="299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35" name="Rectangle 14"/>
            <p:cNvSpPr>
              <a:spLocks noChangeArrowheads="1"/>
            </p:cNvSpPr>
            <p:nvPr/>
          </p:nvSpPr>
          <p:spPr bwMode="auto">
            <a:xfrm>
              <a:off x="1039" y="3192"/>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36" name="Freeform 15"/>
            <p:cNvSpPr>
              <a:spLocks/>
            </p:cNvSpPr>
            <p:nvPr/>
          </p:nvSpPr>
          <p:spPr bwMode="auto">
            <a:xfrm>
              <a:off x="2128" y="1379"/>
              <a:ext cx="942" cy="2826"/>
            </a:xfrm>
            <a:custGeom>
              <a:avLst/>
              <a:gdLst>
                <a:gd name="T0" fmla="*/ 182 w 2419"/>
                <a:gd name="T1" fmla="*/ 7257 h 7257"/>
                <a:gd name="T2" fmla="*/ 2238 w 2419"/>
                <a:gd name="T3" fmla="*/ 7257 h 7257"/>
                <a:gd name="T4" fmla="*/ 2419 w 2419"/>
                <a:gd name="T5" fmla="*/ 7076 h 7257"/>
                <a:gd name="T6" fmla="*/ 2419 w 2419"/>
                <a:gd name="T7" fmla="*/ 182 h 7257"/>
                <a:gd name="T8" fmla="*/ 2238 w 2419"/>
                <a:gd name="T9" fmla="*/ 0 h 7257"/>
                <a:gd name="T10" fmla="*/ 182 w 2419"/>
                <a:gd name="T11" fmla="*/ 0 h 7257"/>
                <a:gd name="T12" fmla="*/ 0 w 2419"/>
                <a:gd name="T13" fmla="*/ 182 h 7257"/>
                <a:gd name="T14" fmla="*/ 0 w 2419"/>
                <a:gd name="T15" fmla="*/ 7076 h 7257"/>
                <a:gd name="T16" fmla="*/ 182 w 2419"/>
                <a:gd name="T17" fmla="*/ 7257 h 7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7257">
                  <a:moveTo>
                    <a:pt x="182" y="7257"/>
                  </a:moveTo>
                  <a:lnTo>
                    <a:pt x="2238" y="7257"/>
                  </a:lnTo>
                  <a:cubicBezTo>
                    <a:pt x="2338" y="7257"/>
                    <a:pt x="2419" y="7176"/>
                    <a:pt x="2419" y="7076"/>
                  </a:cubicBezTo>
                  <a:lnTo>
                    <a:pt x="2419" y="182"/>
                  </a:lnTo>
                  <a:cubicBezTo>
                    <a:pt x="2419" y="82"/>
                    <a:pt x="2338" y="0"/>
                    <a:pt x="2238" y="0"/>
                  </a:cubicBezTo>
                  <a:lnTo>
                    <a:pt x="182" y="0"/>
                  </a:lnTo>
                  <a:cubicBezTo>
                    <a:pt x="81" y="0"/>
                    <a:pt x="0" y="82"/>
                    <a:pt x="0" y="182"/>
                  </a:cubicBezTo>
                  <a:lnTo>
                    <a:pt x="0" y="7076"/>
                  </a:lnTo>
                  <a:cubicBezTo>
                    <a:pt x="0" y="7176"/>
                    <a:pt x="81" y="7257"/>
                    <a:pt x="182" y="7257"/>
                  </a:cubicBezTo>
                  <a:close/>
                </a:path>
              </a:pathLst>
            </a:custGeom>
            <a:solidFill>
              <a:srgbClr val="DBEEF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16"/>
            <p:cNvSpPr>
              <a:spLocks/>
            </p:cNvSpPr>
            <p:nvPr/>
          </p:nvSpPr>
          <p:spPr bwMode="auto">
            <a:xfrm>
              <a:off x="2128" y="1379"/>
              <a:ext cx="942" cy="2826"/>
            </a:xfrm>
            <a:custGeom>
              <a:avLst/>
              <a:gdLst>
                <a:gd name="T0" fmla="*/ 182 w 2419"/>
                <a:gd name="T1" fmla="*/ 7257 h 7257"/>
                <a:gd name="T2" fmla="*/ 2238 w 2419"/>
                <a:gd name="T3" fmla="*/ 7257 h 7257"/>
                <a:gd name="T4" fmla="*/ 2419 w 2419"/>
                <a:gd name="T5" fmla="*/ 7076 h 7257"/>
                <a:gd name="T6" fmla="*/ 2419 w 2419"/>
                <a:gd name="T7" fmla="*/ 182 h 7257"/>
                <a:gd name="T8" fmla="*/ 2238 w 2419"/>
                <a:gd name="T9" fmla="*/ 0 h 7257"/>
                <a:gd name="T10" fmla="*/ 182 w 2419"/>
                <a:gd name="T11" fmla="*/ 0 h 7257"/>
                <a:gd name="T12" fmla="*/ 0 w 2419"/>
                <a:gd name="T13" fmla="*/ 182 h 7257"/>
                <a:gd name="T14" fmla="*/ 0 w 2419"/>
                <a:gd name="T15" fmla="*/ 7076 h 7257"/>
                <a:gd name="T16" fmla="*/ 182 w 2419"/>
                <a:gd name="T17" fmla="*/ 7257 h 7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7257">
                  <a:moveTo>
                    <a:pt x="182" y="7257"/>
                  </a:moveTo>
                  <a:lnTo>
                    <a:pt x="2238" y="7257"/>
                  </a:lnTo>
                  <a:cubicBezTo>
                    <a:pt x="2338" y="7257"/>
                    <a:pt x="2419" y="7176"/>
                    <a:pt x="2419" y="7076"/>
                  </a:cubicBezTo>
                  <a:lnTo>
                    <a:pt x="2419" y="182"/>
                  </a:lnTo>
                  <a:cubicBezTo>
                    <a:pt x="2419" y="82"/>
                    <a:pt x="2338" y="0"/>
                    <a:pt x="2238" y="0"/>
                  </a:cubicBezTo>
                  <a:lnTo>
                    <a:pt x="182" y="0"/>
                  </a:lnTo>
                  <a:cubicBezTo>
                    <a:pt x="81" y="0"/>
                    <a:pt x="0" y="82"/>
                    <a:pt x="0" y="182"/>
                  </a:cubicBezTo>
                  <a:lnTo>
                    <a:pt x="0" y="7076"/>
                  </a:lnTo>
                  <a:cubicBezTo>
                    <a:pt x="0" y="7176"/>
                    <a:pt x="81" y="7257"/>
                    <a:pt x="182" y="7257"/>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Rectangle 17"/>
            <p:cNvSpPr>
              <a:spLocks noChangeArrowheads="1"/>
            </p:cNvSpPr>
            <p:nvPr/>
          </p:nvSpPr>
          <p:spPr bwMode="auto">
            <a:xfrm>
              <a:off x="2303" y="1434"/>
              <a:ext cx="361"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900" b="0" i="0" u="none" strike="noStrike" cap="none" normalizeH="0" baseline="0" dirty="0" smtClean="0">
                  <a:ln>
                    <a:noFill/>
                  </a:ln>
                  <a:solidFill>
                    <a:srgbClr val="000000"/>
                  </a:solidFill>
                  <a:effectLst/>
                  <a:latin typeface="黑体" panose="02010609060101010101" pitchFamily="49" charset="-122"/>
                  <a:ea typeface="黑体" panose="02010609060101010101" pitchFamily="49" charset="-122"/>
                </a:rPr>
                <a:t>需求分解</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41" name="Freeform 19"/>
            <p:cNvSpPr>
              <a:spLocks/>
            </p:cNvSpPr>
            <p:nvPr/>
          </p:nvSpPr>
          <p:spPr bwMode="auto">
            <a:xfrm>
              <a:off x="2187" y="1787"/>
              <a:ext cx="824" cy="652"/>
            </a:xfrm>
            <a:custGeom>
              <a:avLst/>
              <a:gdLst>
                <a:gd name="T0" fmla="*/ 303 w 2117"/>
                <a:gd name="T1" fmla="*/ 1675 h 1675"/>
                <a:gd name="T2" fmla="*/ 1815 w 2117"/>
                <a:gd name="T3" fmla="*/ 1675 h 1675"/>
                <a:gd name="T4" fmla="*/ 2117 w 2117"/>
                <a:gd name="T5" fmla="*/ 1372 h 1675"/>
                <a:gd name="T6" fmla="*/ 2117 w 2117"/>
                <a:gd name="T7" fmla="*/ 302 h 1675"/>
                <a:gd name="T8" fmla="*/ 1815 w 2117"/>
                <a:gd name="T9" fmla="*/ 0 h 1675"/>
                <a:gd name="T10" fmla="*/ 303 w 2117"/>
                <a:gd name="T11" fmla="*/ 0 h 1675"/>
                <a:gd name="T12" fmla="*/ 0 w 2117"/>
                <a:gd name="T13" fmla="*/ 302 h 1675"/>
                <a:gd name="T14" fmla="*/ 0 w 2117"/>
                <a:gd name="T15" fmla="*/ 1372 h 1675"/>
                <a:gd name="T16" fmla="*/ 303 w 2117"/>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7" h="1675">
                  <a:moveTo>
                    <a:pt x="303" y="1675"/>
                  </a:moveTo>
                  <a:lnTo>
                    <a:pt x="1815" y="1675"/>
                  </a:lnTo>
                  <a:cubicBezTo>
                    <a:pt x="1982" y="1675"/>
                    <a:pt x="2117" y="1539"/>
                    <a:pt x="2117" y="1372"/>
                  </a:cubicBezTo>
                  <a:lnTo>
                    <a:pt x="2117" y="302"/>
                  </a:lnTo>
                  <a:cubicBezTo>
                    <a:pt x="2117" y="135"/>
                    <a:pt x="1982" y="0"/>
                    <a:pt x="1815" y="0"/>
                  </a:cubicBezTo>
                  <a:lnTo>
                    <a:pt x="303" y="0"/>
                  </a:lnTo>
                  <a:cubicBezTo>
                    <a:pt x="136" y="0"/>
                    <a:pt x="0" y="135"/>
                    <a:pt x="0" y="302"/>
                  </a:cubicBezTo>
                  <a:lnTo>
                    <a:pt x="0" y="1372"/>
                  </a:lnTo>
                  <a:cubicBezTo>
                    <a:pt x="0" y="1539"/>
                    <a:pt x="136" y="1675"/>
                    <a:pt x="303" y="1675"/>
                  </a:cubicBezTo>
                  <a:close/>
                </a:path>
              </a:pathLst>
            </a:custGeom>
            <a:solidFill>
              <a:srgbClr val="FFFFFF"/>
            </a:solidFill>
            <a:ln w="9525" cap="rnd">
              <a:solidFill>
                <a:srgbClr val="000000"/>
              </a:solidFill>
              <a:prstDash val="solid"/>
              <a:round/>
              <a:headEnd/>
              <a:tailEnd/>
            </a:ln>
            <a:extLst/>
          </p:spPr>
          <p:txBody>
            <a:bodyPr vert="horz" wrap="square" lIns="91440" tIns="45720" rIns="91440" bIns="45720" numCol="1" anchor="t" anchorCtr="0" compatLnSpc="1">
              <a:prstTxWarp prst="textNoShape">
                <a:avLst/>
              </a:prstTxWarp>
            </a:bodyPr>
            <a:lstStyle/>
            <a:p>
              <a:r>
                <a:rPr lang="zh-CN" altLang="en-US" dirty="0" smtClean="0">
                  <a:latin typeface="等线" panose="02010600030101010101" pitchFamily="2" charset="-122"/>
                  <a:ea typeface="等线" panose="02010600030101010101" pitchFamily="2" charset="-122"/>
                </a:rPr>
                <a:t>提高异构平台内存利用率</a:t>
              </a:r>
              <a:endParaRPr lang="zh-CN" altLang="en-US" dirty="0">
                <a:latin typeface="等线" panose="02010600030101010101" pitchFamily="2" charset="-122"/>
                <a:ea typeface="等线" panose="02010600030101010101" pitchFamily="2" charset="-122"/>
              </a:endParaRPr>
            </a:p>
          </p:txBody>
        </p:sp>
        <p:sp>
          <p:nvSpPr>
            <p:cNvPr id="43" name="Rectangle 20"/>
            <p:cNvSpPr>
              <a:spLocks noChangeArrowheads="1"/>
            </p:cNvSpPr>
            <p:nvPr/>
          </p:nvSpPr>
          <p:spPr bwMode="auto">
            <a:xfrm>
              <a:off x="2303" y="1836"/>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3" name="Rectangle 21"/>
            <p:cNvSpPr>
              <a:spLocks noChangeArrowheads="1"/>
            </p:cNvSpPr>
            <p:nvPr/>
          </p:nvSpPr>
          <p:spPr bwMode="auto">
            <a:xfrm>
              <a:off x="2228" y="2035"/>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5" name="Rectangle 22"/>
            <p:cNvSpPr>
              <a:spLocks noChangeArrowheads="1"/>
            </p:cNvSpPr>
            <p:nvPr/>
          </p:nvSpPr>
          <p:spPr bwMode="auto">
            <a:xfrm>
              <a:off x="2452" y="22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6" name="Freeform 23"/>
            <p:cNvSpPr>
              <a:spLocks/>
            </p:cNvSpPr>
            <p:nvPr/>
          </p:nvSpPr>
          <p:spPr bwMode="auto">
            <a:xfrm>
              <a:off x="3277" y="1379"/>
              <a:ext cx="1831" cy="2826"/>
            </a:xfrm>
            <a:custGeom>
              <a:avLst/>
              <a:gdLst>
                <a:gd name="T0" fmla="*/ 182 w 4699"/>
                <a:gd name="T1" fmla="*/ 7257 h 7257"/>
                <a:gd name="T2" fmla="*/ 4518 w 4699"/>
                <a:gd name="T3" fmla="*/ 7257 h 7257"/>
                <a:gd name="T4" fmla="*/ 4699 w 4699"/>
                <a:gd name="T5" fmla="*/ 7076 h 7257"/>
                <a:gd name="T6" fmla="*/ 4699 w 4699"/>
                <a:gd name="T7" fmla="*/ 182 h 7257"/>
                <a:gd name="T8" fmla="*/ 4518 w 4699"/>
                <a:gd name="T9" fmla="*/ 0 h 7257"/>
                <a:gd name="T10" fmla="*/ 182 w 4699"/>
                <a:gd name="T11" fmla="*/ 0 h 7257"/>
                <a:gd name="T12" fmla="*/ 0 w 4699"/>
                <a:gd name="T13" fmla="*/ 182 h 7257"/>
                <a:gd name="T14" fmla="*/ 0 w 4699"/>
                <a:gd name="T15" fmla="*/ 7076 h 7257"/>
                <a:gd name="T16" fmla="*/ 182 w 4699"/>
                <a:gd name="T17" fmla="*/ 7257 h 7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99" h="7257">
                  <a:moveTo>
                    <a:pt x="182" y="7257"/>
                  </a:moveTo>
                  <a:lnTo>
                    <a:pt x="4518" y="7257"/>
                  </a:lnTo>
                  <a:cubicBezTo>
                    <a:pt x="4618" y="7257"/>
                    <a:pt x="4699" y="7176"/>
                    <a:pt x="4699" y="7076"/>
                  </a:cubicBezTo>
                  <a:lnTo>
                    <a:pt x="4699" y="182"/>
                  </a:lnTo>
                  <a:cubicBezTo>
                    <a:pt x="4699" y="82"/>
                    <a:pt x="4618" y="0"/>
                    <a:pt x="4518" y="0"/>
                  </a:cubicBezTo>
                  <a:lnTo>
                    <a:pt x="182" y="0"/>
                  </a:lnTo>
                  <a:cubicBezTo>
                    <a:pt x="81" y="0"/>
                    <a:pt x="0" y="82"/>
                    <a:pt x="0" y="182"/>
                  </a:cubicBezTo>
                  <a:lnTo>
                    <a:pt x="0" y="7076"/>
                  </a:lnTo>
                  <a:cubicBezTo>
                    <a:pt x="0" y="7176"/>
                    <a:pt x="81" y="7257"/>
                    <a:pt x="182" y="7257"/>
                  </a:cubicBezTo>
                  <a:close/>
                </a:path>
              </a:pathLst>
            </a:custGeom>
            <a:solidFill>
              <a:srgbClr val="DBEEF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4"/>
            <p:cNvSpPr>
              <a:spLocks/>
            </p:cNvSpPr>
            <p:nvPr/>
          </p:nvSpPr>
          <p:spPr bwMode="auto">
            <a:xfrm>
              <a:off x="3277" y="1379"/>
              <a:ext cx="1831" cy="2826"/>
            </a:xfrm>
            <a:custGeom>
              <a:avLst/>
              <a:gdLst>
                <a:gd name="T0" fmla="*/ 182 w 4699"/>
                <a:gd name="T1" fmla="*/ 7257 h 7257"/>
                <a:gd name="T2" fmla="*/ 4518 w 4699"/>
                <a:gd name="T3" fmla="*/ 7257 h 7257"/>
                <a:gd name="T4" fmla="*/ 4699 w 4699"/>
                <a:gd name="T5" fmla="*/ 7076 h 7257"/>
                <a:gd name="T6" fmla="*/ 4699 w 4699"/>
                <a:gd name="T7" fmla="*/ 182 h 7257"/>
                <a:gd name="T8" fmla="*/ 4518 w 4699"/>
                <a:gd name="T9" fmla="*/ 0 h 7257"/>
                <a:gd name="T10" fmla="*/ 182 w 4699"/>
                <a:gd name="T11" fmla="*/ 0 h 7257"/>
                <a:gd name="T12" fmla="*/ 0 w 4699"/>
                <a:gd name="T13" fmla="*/ 182 h 7257"/>
                <a:gd name="T14" fmla="*/ 0 w 4699"/>
                <a:gd name="T15" fmla="*/ 7076 h 7257"/>
                <a:gd name="T16" fmla="*/ 182 w 4699"/>
                <a:gd name="T17" fmla="*/ 7257 h 7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99" h="7257">
                  <a:moveTo>
                    <a:pt x="182" y="7257"/>
                  </a:moveTo>
                  <a:lnTo>
                    <a:pt x="4518" y="7257"/>
                  </a:lnTo>
                  <a:cubicBezTo>
                    <a:pt x="4618" y="7257"/>
                    <a:pt x="4699" y="7176"/>
                    <a:pt x="4699" y="7076"/>
                  </a:cubicBezTo>
                  <a:lnTo>
                    <a:pt x="4699" y="182"/>
                  </a:lnTo>
                  <a:cubicBezTo>
                    <a:pt x="4699" y="82"/>
                    <a:pt x="4618" y="0"/>
                    <a:pt x="4518" y="0"/>
                  </a:cubicBezTo>
                  <a:lnTo>
                    <a:pt x="182" y="0"/>
                  </a:lnTo>
                  <a:cubicBezTo>
                    <a:pt x="81" y="0"/>
                    <a:pt x="0" y="82"/>
                    <a:pt x="0" y="182"/>
                  </a:cubicBezTo>
                  <a:lnTo>
                    <a:pt x="0" y="7076"/>
                  </a:lnTo>
                  <a:cubicBezTo>
                    <a:pt x="0" y="7176"/>
                    <a:pt x="81" y="7257"/>
                    <a:pt x="182" y="7257"/>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Rectangle 25"/>
            <p:cNvSpPr>
              <a:spLocks noChangeArrowheads="1"/>
            </p:cNvSpPr>
            <p:nvPr/>
          </p:nvSpPr>
          <p:spPr bwMode="auto">
            <a:xfrm>
              <a:off x="3896" y="1434"/>
              <a:ext cx="362"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9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rPr>
                <a:t>关键问题</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944" name="Freeform 26"/>
            <p:cNvSpPr>
              <a:spLocks/>
            </p:cNvSpPr>
            <p:nvPr/>
          </p:nvSpPr>
          <p:spPr bwMode="auto">
            <a:xfrm>
              <a:off x="3395" y="1787"/>
              <a:ext cx="1588" cy="652"/>
            </a:xfrm>
            <a:custGeom>
              <a:avLst/>
              <a:gdLst>
                <a:gd name="T0" fmla="*/ 302 w 4075"/>
                <a:gd name="T1" fmla="*/ 1675 h 1675"/>
                <a:gd name="T2" fmla="*/ 3773 w 4075"/>
                <a:gd name="T3" fmla="*/ 1675 h 1675"/>
                <a:gd name="T4" fmla="*/ 4075 w 4075"/>
                <a:gd name="T5" fmla="*/ 1372 h 1675"/>
                <a:gd name="T6" fmla="*/ 4075 w 4075"/>
                <a:gd name="T7" fmla="*/ 302 h 1675"/>
                <a:gd name="T8" fmla="*/ 3773 w 4075"/>
                <a:gd name="T9" fmla="*/ 0 h 1675"/>
                <a:gd name="T10" fmla="*/ 302 w 4075"/>
                <a:gd name="T11" fmla="*/ 0 h 1675"/>
                <a:gd name="T12" fmla="*/ 0 w 4075"/>
                <a:gd name="T13" fmla="*/ 302 h 1675"/>
                <a:gd name="T14" fmla="*/ 0 w 4075"/>
                <a:gd name="T15" fmla="*/ 1372 h 1675"/>
                <a:gd name="T16" fmla="*/ 302 w 4075"/>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5" h="1675">
                  <a:moveTo>
                    <a:pt x="302" y="1675"/>
                  </a:moveTo>
                  <a:lnTo>
                    <a:pt x="3773" y="1675"/>
                  </a:lnTo>
                  <a:cubicBezTo>
                    <a:pt x="3940" y="1675"/>
                    <a:pt x="4075" y="1539"/>
                    <a:pt x="4075" y="1372"/>
                  </a:cubicBezTo>
                  <a:lnTo>
                    <a:pt x="4075" y="302"/>
                  </a:lnTo>
                  <a:cubicBezTo>
                    <a:pt x="4075" y="135"/>
                    <a:pt x="3940" y="0"/>
                    <a:pt x="3773" y="0"/>
                  </a:cubicBezTo>
                  <a:lnTo>
                    <a:pt x="302" y="0"/>
                  </a:lnTo>
                  <a:cubicBezTo>
                    <a:pt x="135" y="0"/>
                    <a:pt x="0" y="135"/>
                    <a:pt x="0" y="302"/>
                  </a:cubicBezTo>
                  <a:lnTo>
                    <a:pt x="0" y="1372"/>
                  </a:lnTo>
                  <a:cubicBezTo>
                    <a:pt x="0" y="1539"/>
                    <a:pt x="135" y="1675"/>
                    <a:pt x="302" y="1675"/>
                  </a:cubicBezTo>
                  <a:close/>
                </a:path>
              </a:pathLst>
            </a:custGeom>
            <a:solidFill>
              <a:srgbClr val="F2F2F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r>
                <a:rPr lang="zh-CN" altLang="en-US" dirty="0" smtClean="0">
                  <a:latin typeface="等线" panose="02010600030101010101" pitchFamily="2" charset="-122"/>
                  <a:ea typeface="等线" panose="02010600030101010101" pitchFamily="2" charset="-122"/>
                </a:rPr>
                <a:t>如何在主机与设备</a:t>
              </a:r>
              <a:r>
                <a:rPr lang="zh-CN" altLang="en-US" dirty="0">
                  <a:latin typeface="等线" panose="02010600030101010101" pitchFamily="2" charset="-122"/>
                  <a:ea typeface="等线" panose="02010600030101010101" pitchFamily="2" charset="-122"/>
                </a:rPr>
                <a:t>内</a:t>
              </a:r>
              <a:r>
                <a:rPr lang="zh-CN" altLang="en-US" dirty="0" smtClean="0">
                  <a:latin typeface="等线" panose="02010600030101010101" pitchFamily="2" charset="-122"/>
                  <a:ea typeface="等线" panose="02010600030101010101" pitchFamily="2" charset="-122"/>
                </a:rPr>
                <a:t>存容量一定的情况下，高效利用</a:t>
              </a:r>
              <a:r>
                <a:rPr lang="zh-CN" altLang="en-US" dirty="0">
                  <a:latin typeface="等线" panose="02010600030101010101" pitchFamily="2" charset="-122"/>
                  <a:ea typeface="等线" panose="02010600030101010101" pitchFamily="2" charset="-122"/>
                </a:rPr>
                <a:t>内存</a:t>
              </a:r>
              <a:r>
                <a:rPr lang="zh-CN" altLang="en-US" dirty="0" smtClean="0">
                  <a:latin typeface="等线" panose="02010600030101010101" pitchFamily="2" charset="-122"/>
                  <a:ea typeface="等线" panose="02010600030101010101" pitchFamily="2" charset="-122"/>
                </a:rPr>
                <a:t>空间</a:t>
              </a:r>
              <a:endParaRPr lang="zh-CN" altLang="en-US" dirty="0">
                <a:latin typeface="等线" panose="02010600030101010101" pitchFamily="2" charset="-122"/>
                <a:ea typeface="等线" panose="02010600030101010101" pitchFamily="2" charset="-122"/>
              </a:endParaRPr>
            </a:p>
          </p:txBody>
        </p:sp>
        <p:sp>
          <p:nvSpPr>
            <p:cNvPr id="2945" name="Freeform 27"/>
            <p:cNvSpPr>
              <a:spLocks/>
            </p:cNvSpPr>
            <p:nvPr/>
          </p:nvSpPr>
          <p:spPr bwMode="auto">
            <a:xfrm>
              <a:off x="3395" y="1787"/>
              <a:ext cx="1588" cy="652"/>
            </a:xfrm>
            <a:custGeom>
              <a:avLst/>
              <a:gdLst>
                <a:gd name="T0" fmla="*/ 302 w 4075"/>
                <a:gd name="T1" fmla="*/ 1675 h 1675"/>
                <a:gd name="T2" fmla="*/ 3773 w 4075"/>
                <a:gd name="T3" fmla="*/ 1675 h 1675"/>
                <a:gd name="T4" fmla="*/ 4075 w 4075"/>
                <a:gd name="T5" fmla="*/ 1372 h 1675"/>
                <a:gd name="T6" fmla="*/ 4075 w 4075"/>
                <a:gd name="T7" fmla="*/ 302 h 1675"/>
                <a:gd name="T8" fmla="*/ 3773 w 4075"/>
                <a:gd name="T9" fmla="*/ 0 h 1675"/>
                <a:gd name="T10" fmla="*/ 302 w 4075"/>
                <a:gd name="T11" fmla="*/ 0 h 1675"/>
                <a:gd name="T12" fmla="*/ 0 w 4075"/>
                <a:gd name="T13" fmla="*/ 302 h 1675"/>
                <a:gd name="T14" fmla="*/ 0 w 4075"/>
                <a:gd name="T15" fmla="*/ 1372 h 1675"/>
                <a:gd name="T16" fmla="*/ 302 w 4075"/>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5" h="1675">
                  <a:moveTo>
                    <a:pt x="302" y="1675"/>
                  </a:moveTo>
                  <a:lnTo>
                    <a:pt x="3773" y="1675"/>
                  </a:lnTo>
                  <a:cubicBezTo>
                    <a:pt x="3940" y="1675"/>
                    <a:pt x="4075" y="1539"/>
                    <a:pt x="4075" y="1372"/>
                  </a:cubicBezTo>
                  <a:lnTo>
                    <a:pt x="4075" y="302"/>
                  </a:lnTo>
                  <a:cubicBezTo>
                    <a:pt x="4075" y="135"/>
                    <a:pt x="3940" y="0"/>
                    <a:pt x="3773" y="0"/>
                  </a:cubicBezTo>
                  <a:lnTo>
                    <a:pt x="302" y="0"/>
                  </a:lnTo>
                  <a:cubicBezTo>
                    <a:pt x="135" y="0"/>
                    <a:pt x="0" y="135"/>
                    <a:pt x="0" y="302"/>
                  </a:cubicBezTo>
                  <a:lnTo>
                    <a:pt x="0" y="1372"/>
                  </a:lnTo>
                  <a:cubicBezTo>
                    <a:pt x="0" y="1539"/>
                    <a:pt x="135" y="1675"/>
                    <a:pt x="302" y="1675"/>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49" name="Freeform 31"/>
            <p:cNvSpPr>
              <a:spLocks/>
            </p:cNvSpPr>
            <p:nvPr/>
          </p:nvSpPr>
          <p:spPr bwMode="auto">
            <a:xfrm>
              <a:off x="3395" y="2584"/>
              <a:ext cx="1588" cy="652"/>
            </a:xfrm>
            <a:custGeom>
              <a:avLst/>
              <a:gdLst>
                <a:gd name="T0" fmla="*/ 302 w 4075"/>
                <a:gd name="T1" fmla="*/ 1675 h 1675"/>
                <a:gd name="T2" fmla="*/ 3773 w 4075"/>
                <a:gd name="T3" fmla="*/ 1675 h 1675"/>
                <a:gd name="T4" fmla="*/ 4075 w 4075"/>
                <a:gd name="T5" fmla="*/ 1372 h 1675"/>
                <a:gd name="T6" fmla="*/ 4075 w 4075"/>
                <a:gd name="T7" fmla="*/ 302 h 1675"/>
                <a:gd name="T8" fmla="*/ 3773 w 4075"/>
                <a:gd name="T9" fmla="*/ 0 h 1675"/>
                <a:gd name="T10" fmla="*/ 302 w 4075"/>
                <a:gd name="T11" fmla="*/ 0 h 1675"/>
                <a:gd name="T12" fmla="*/ 0 w 4075"/>
                <a:gd name="T13" fmla="*/ 302 h 1675"/>
                <a:gd name="T14" fmla="*/ 0 w 4075"/>
                <a:gd name="T15" fmla="*/ 1372 h 1675"/>
                <a:gd name="T16" fmla="*/ 302 w 4075"/>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5" h="1675">
                  <a:moveTo>
                    <a:pt x="302" y="1675"/>
                  </a:moveTo>
                  <a:lnTo>
                    <a:pt x="3773" y="1675"/>
                  </a:lnTo>
                  <a:cubicBezTo>
                    <a:pt x="3940" y="1675"/>
                    <a:pt x="4075" y="1539"/>
                    <a:pt x="4075" y="1372"/>
                  </a:cubicBezTo>
                  <a:lnTo>
                    <a:pt x="4075" y="302"/>
                  </a:lnTo>
                  <a:cubicBezTo>
                    <a:pt x="4075" y="135"/>
                    <a:pt x="3940" y="0"/>
                    <a:pt x="3773" y="0"/>
                  </a:cubicBezTo>
                  <a:lnTo>
                    <a:pt x="302" y="0"/>
                  </a:lnTo>
                  <a:cubicBezTo>
                    <a:pt x="135" y="0"/>
                    <a:pt x="0" y="135"/>
                    <a:pt x="0" y="302"/>
                  </a:cubicBezTo>
                  <a:lnTo>
                    <a:pt x="0" y="1372"/>
                  </a:lnTo>
                  <a:cubicBezTo>
                    <a:pt x="0" y="1539"/>
                    <a:pt x="135" y="1675"/>
                    <a:pt x="302" y="1675"/>
                  </a:cubicBezTo>
                  <a:close/>
                </a:path>
              </a:pathLst>
            </a:custGeom>
            <a:solidFill>
              <a:srgbClr val="F2F2F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50" name="Freeform 32"/>
            <p:cNvSpPr>
              <a:spLocks/>
            </p:cNvSpPr>
            <p:nvPr/>
          </p:nvSpPr>
          <p:spPr bwMode="auto">
            <a:xfrm>
              <a:off x="3395" y="2584"/>
              <a:ext cx="1588" cy="652"/>
            </a:xfrm>
            <a:custGeom>
              <a:avLst/>
              <a:gdLst>
                <a:gd name="T0" fmla="*/ 302 w 4075"/>
                <a:gd name="T1" fmla="*/ 1675 h 1675"/>
                <a:gd name="T2" fmla="*/ 3773 w 4075"/>
                <a:gd name="T3" fmla="*/ 1675 h 1675"/>
                <a:gd name="T4" fmla="*/ 4075 w 4075"/>
                <a:gd name="T5" fmla="*/ 1372 h 1675"/>
                <a:gd name="T6" fmla="*/ 4075 w 4075"/>
                <a:gd name="T7" fmla="*/ 302 h 1675"/>
                <a:gd name="T8" fmla="*/ 3773 w 4075"/>
                <a:gd name="T9" fmla="*/ 0 h 1675"/>
                <a:gd name="T10" fmla="*/ 302 w 4075"/>
                <a:gd name="T11" fmla="*/ 0 h 1675"/>
                <a:gd name="T12" fmla="*/ 0 w 4075"/>
                <a:gd name="T13" fmla="*/ 302 h 1675"/>
                <a:gd name="T14" fmla="*/ 0 w 4075"/>
                <a:gd name="T15" fmla="*/ 1372 h 1675"/>
                <a:gd name="T16" fmla="*/ 302 w 4075"/>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5" h="1675">
                  <a:moveTo>
                    <a:pt x="302" y="1675"/>
                  </a:moveTo>
                  <a:lnTo>
                    <a:pt x="3773" y="1675"/>
                  </a:lnTo>
                  <a:cubicBezTo>
                    <a:pt x="3940" y="1675"/>
                    <a:pt x="4075" y="1539"/>
                    <a:pt x="4075" y="1372"/>
                  </a:cubicBezTo>
                  <a:lnTo>
                    <a:pt x="4075" y="302"/>
                  </a:lnTo>
                  <a:cubicBezTo>
                    <a:pt x="4075" y="135"/>
                    <a:pt x="3940" y="0"/>
                    <a:pt x="3773" y="0"/>
                  </a:cubicBezTo>
                  <a:lnTo>
                    <a:pt x="302" y="0"/>
                  </a:lnTo>
                  <a:cubicBezTo>
                    <a:pt x="135" y="0"/>
                    <a:pt x="0" y="135"/>
                    <a:pt x="0" y="302"/>
                  </a:cubicBezTo>
                  <a:lnTo>
                    <a:pt x="0" y="1372"/>
                  </a:lnTo>
                  <a:cubicBezTo>
                    <a:pt x="0" y="1539"/>
                    <a:pt x="135" y="1675"/>
                    <a:pt x="302" y="1675"/>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zh-CN" altLang="en-US" dirty="0" smtClean="0">
                  <a:latin typeface="等线" panose="02010600030101010101" pitchFamily="2" charset="-122"/>
                  <a:ea typeface="等线" panose="02010600030101010101" pitchFamily="2" charset="-122"/>
                </a:rPr>
                <a:t>如何设置</a:t>
              </a:r>
              <a:r>
                <a:rPr lang="en-US" altLang="zh-CN" dirty="0" smtClean="0">
                  <a:latin typeface="等线" panose="02010600030101010101" pitchFamily="2" charset="-122"/>
                  <a:ea typeface="等线" panose="02010600030101010101" pitchFamily="2" charset="-122"/>
                </a:rPr>
                <a:t>GPU</a:t>
              </a:r>
              <a:r>
                <a:rPr lang="zh-CN" altLang="en-US" dirty="0" smtClean="0">
                  <a:latin typeface="等线" panose="02010600030101010101" pitchFamily="2" charset="-122"/>
                  <a:ea typeface="等线" panose="02010600030101010101" pitchFamily="2" charset="-122"/>
                </a:rPr>
                <a:t>任务调度顺序，使资源利用率达到最大</a:t>
              </a:r>
              <a:endParaRPr lang="zh-CN" altLang="en-US" dirty="0">
                <a:latin typeface="等线" panose="02010600030101010101" pitchFamily="2" charset="-122"/>
                <a:ea typeface="等线" panose="02010600030101010101" pitchFamily="2" charset="-122"/>
              </a:endParaRPr>
            </a:p>
          </p:txBody>
        </p:sp>
        <p:sp>
          <p:nvSpPr>
            <p:cNvPr id="2954" name="Freeform 36"/>
            <p:cNvSpPr>
              <a:spLocks/>
            </p:cNvSpPr>
            <p:nvPr/>
          </p:nvSpPr>
          <p:spPr bwMode="auto">
            <a:xfrm>
              <a:off x="3395" y="3381"/>
              <a:ext cx="1588" cy="652"/>
            </a:xfrm>
            <a:custGeom>
              <a:avLst/>
              <a:gdLst>
                <a:gd name="T0" fmla="*/ 302 w 4075"/>
                <a:gd name="T1" fmla="*/ 1675 h 1675"/>
                <a:gd name="T2" fmla="*/ 3773 w 4075"/>
                <a:gd name="T3" fmla="*/ 1675 h 1675"/>
                <a:gd name="T4" fmla="*/ 4075 w 4075"/>
                <a:gd name="T5" fmla="*/ 1372 h 1675"/>
                <a:gd name="T6" fmla="*/ 4075 w 4075"/>
                <a:gd name="T7" fmla="*/ 302 h 1675"/>
                <a:gd name="T8" fmla="*/ 3773 w 4075"/>
                <a:gd name="T9" fmla="*/ 0 h 1675"/>
                <a:gd name="T10" fmla="*/ 302 w 4075"/>
                <a:gd name="T11" fmla="*/ 0 h 1675"/>
                <a:gd name="T12" fmla="*/ 0 w 4075"/>
                <a:gd name="T13" fmla="*/ 302 h 1675"/>
                <a:gd name="T14" fmla="*/ 0 w 4075"/>
                <a:gd name="T15" fmla="*/ 1372 h 1675"/>
                <a:gd name="T16" fmla="*/ 302 w 4075"/>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5" h="1675">
                  <a:moveTo>
                    <a:pt x="302" y="1675"/>
                  </a:moveTo>
                  <a:lnTo>
                    <a:pt x="3773" y="1675"/>
                  </a:lnTo>
                  <a:cubicBezTo>
                    <a:pt x="3940" y="1675"/>
                    <a:pt x="4075" y="1539"/>
                    <a:pt x="4075" y="1372"/>
                  </a:cubicBezTo>
                  <a:lnTo>
                    <a:pt x="4075" y="302"/>
                  </a:lnTo>
                  <a:cubicBezTo>
                    <a:pt x="4075" y="135"/>
                    <a:pt x="3940" y="0"/>
                    <a:pt x="3773" y="0"/>
                  </a:cubicBezTo>
                  <a:lnTo>
                    <a:pt x="302" y="0"/>
                  </a:lnTo>
                  <a:cubicBezTo>
                    <a:pt x="135" y="0"/>
                    <a:pt x="0" y="135"/>
                    <a:pt x="0" y="302"/>
                  </a:cubicBezTo>
                  <a:lnTo>
                    <a:pt x="0" y="1372"/>
                  </a:lnTo>
                  <a:cubicBezTo>
                    <a:pt x="0" y="1539"/>
                    <a:pt x="135" y="1675"/>
                    <a:pt x="302" y="1675"/>
                  </a:cubicBezTo>
                  <a:close/>
                </a:path>
              </a:pathLst>
            </a:custGeom>
            <a:solidFill>
              <a:srgbClr val="F2F2F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r>
                <a:rPr lang="zh-CN" altLang="en-US" dirty="0">
                  <a:latin typeface="等线" panose="02010600030101010101" pitchFamily="2" charset="-122"/>
                  <a:ea typeface="等线" panose="02010600030101010101" pitchFamily="2" charset="-122"/>
                </a:rPr>
                <a:t>如何</a:t>
              </a:r>
              <a:r>
                <a:rPr lang="zh-CN" altLang="en-US" dirty="0" smtClean="0">
                  <a:latin typeface="等线" panose="02010600030101010101" pitchFamily="2" charset="-122"/>
                  <a:ea typeface="等线" panose="02010600030101010101" pitchFamily="2" charset="-122"/>
                </a:rPr>
                <a:t>划分</a:t>
              </a:r>
              <a:r>
                <a:rPr lang="zh-CN" altLang="en-US" dirty="0">
                  <a:latin typeface="等线" panose="02010600030101010101" pitchFamily="2" charset="-122"/>
                  <a:ea typeface="等线" panose="02010600030101010101" pitchFamily="2" charset="-122"/>
                </a:rPr>
                <a:t>计算</a:t>
              </a:r>
              <a:r>
                <a:rPr lang="zh-CN" altLang="en-US" dirty="0" smtClean="0">
                  <a:latin typeface="等线" panose="02010600030101010101" pitchFamily="2" charset="-122"/>
                  <a:ea typeface="等线" panose="02010600030101010101" pitchFamily="2" charset="-122"/>
                </a:rPr>
                <a:t>任务，利用多</a:t>
              </a:r>
              <a:r>
                <a:rPr lang="en-US" altLang="zh-CN" dirty="0" smtClean="0">
                  <a:latin typeface="等线" panose="02010600030101010101" pitchFamily="2" charset="-122"/>
                  <a:ea typeface="等线" panose="02010600030101010101" pitchFamily="2" charset="-122"/>
                </a:rPr>
                <a:t>GPU</a:t>
              </a:r>
              <a:r>
                <a:rPr lang="zh-CN" altLang="en-US" dirty="0" smtClean="0">
                  <a:latin typeface="等线" panose="02010600030101010101" pitchFamily="2" charset="-122"/>
                  <a:ea typeface="等线" panose="02010600030101010101" pitchFamily="2" charset="-122"/>
                </a:rPr>
                <a:t>协同计算加快平台响应速度。</a:t>
              </a:r>
              <a:endParaRPr lang="zh-CN" altLang="en-US" dirty="0">
                <a:latin typeface="等线" panose="02010600030101010101" pitchFamily="2" charset="-122"/>
                <a:ea typeface="等线" panose="02010600030101010101" pitchFamily="2" charset="-122"/>
              </a:endParaRPr>
            </a:p>
          </p:txBody>
        </p:sp>
        <p:sp>
          <p:nvSpPr>
            <p:cNvPr id="2955" name="Freeform 37"/>
            <p:cNvSpPr>
              <a:spLocks/>
            </p:cNvSpPr>
            <p:nvPr/>
          </p:nvSpPr>
          <p:spPr bwMode="auto">
            <a:xfrm>
              <a:off x="3395" y="3381"/>
              <a:ext cx="1588" cy="652"/>
            </a:xfrm>
            <a:custGeom>
              <a:avLst/>
              <a:gdLst>
                <a:gd name="T0" fmla="*/ 302 w 4075"/>
                <a:gd name="T1" fmla="*/ 1675 h 1675"/>
                <a:gd name="T2" fmla="*/ 3773 w 4075"/>
                <a:gd name="T3" fmla="*/ 1675 h 1675"/>
                <a:gd name="T4" fmla="*/ 4075 w 4075"/>
                <a:gd name="T5" fmla="*/ 1372 h 1675"/>
                <a:gd name="T6" fmla="*/ 4075 w 4075"/>
                <a:gd name="T7" fmla="*/ 302 h 1675"/>
                <a:gd name="T8" fmla="*/ 3773 w 4075"/>
                <a:gd name="T9" fmla="*/ 0 h 1675"/>
                <a:gd name="T10" fmla="*/ 302 w 4075"/>
                <a:gd name="T11" fmla="*/ 0 h 1675"/>
                <a:gd name="T12" fmla="*/ 0 w 4075"/>
                <a:gd name="T13" fmla="*/ 302 h 1675"/>
                <a:gd name="T14" fmla="*/ 0 w 4075"/>
                <a:gd name="T15" fmla="*/ 1372 h 1675"/>
                <a:gd name="T16" fmla="*/ 302 w 4075"/>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5" h="1675">
                  <a:moveTo>
                    <a:pt x="302" y="1675"/>
                  </a:moveTo>
                  <a:lnTo>
                    <a:pt x="3773" y="1675"/>
                  </a:lnTo>
                  <a:cubicBezTo>
                    <a:pt x="3940" y="1675"/>
                    <a:pt x="4075" y="1539"/>
                    <a:pt x="4075" y="1372"/>
                  </a:cubicBezTo>
                  <a:lnTo>
                    <a:pt x="4075" y="302"/>
                  </a:lnTo>
                  <a:cubicBezTo>
                    <a:pt x="4075" y="135"/>
                    <a:pt x="3940" y="0"/>
                    <a:pt x="3773" y="0"/>
                  </a:cubicBezTo>
                  <a:lnTo>
                    <a:pt x="302" y="0"/>
                  </a:lnTo>
                  <a:cubicBezTo>
                    <a:pt x="135" y="0"/>
                    <a:pt x="0" y="135"/>
                    <a:pt x="0" y="302"/>
                  </a:cubicBezTo>
                  <a:lnTo>
                    <a:pt x="0" y="1372"/>
                  </a:lnTo>
                  <a:cubicBezTo>
                    <a:pt x="0" y="1539"/>
                    <a:pt x="135" y="1675"/>
                    <a:pt x="302" y="1675"/>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59" name="Line 41"/>
            <p:cNvSpPr>
              <a:spLocks noChangeShapeType="1"/>
            </p:cNvSpPr>
            <p:nvPr/>
          </p:nvSpPr>
          <p:spPr bwMode="auto">
            <a:xfrm>
              <a:off x="1657" y="2910"/>
              <a:ext cx="460" cy="0"/>
            </a:xfrm>
            <a:prstGeom prst="line">
              <a:avLst/>
            </a:prstGeom>
            <a:noFill/>
            <a:ln w="301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60" name="Freeform 42"/>
            <p:cNvSpPr>
              <a:spLocks/>
            </p:cNvSpPr>
            <p:nvPr/>
          </p:nvSpPr>
          <p:spPr bwMode="auto">
            <a:xfrm>
              <a:off x="2107" y="2870"/>
              <a:ext cx="80" cy="80"/>
            </a:xfrm>
            <a:custGeom>
              <a:avLst/>
              <a:gdLst>
                <a:gd name="T0" fmla="*/ 0 w 80"/>
                <a:gd name="T1" fmla="*/ 0 h 80"/>
                <a:gd name="T2" fmla="*/ 80 w 80"/>
                <a:gd name="T3" fmla="*/ 40 h 80"/>
                <a:gd name="T4" fmla="*/ 0 w 80"/>
                <a:gd name="T5" fmla="*/ 80 h 80"/>
                <a:gd name="T6" fmla="*/ 0 w 80"/>
                <a:gd name="T7" fmla="*/ 0 h 80"/>
              </a:gdLst>
              <a:ahLst/>
              <a:cxnLst>
                <a:cxn ang="0">
                  <a:pos x="T0" y="T1"/>
                </a:cxn>
                <a:cxn ang="0">
                  <a:pos x="T2" y="T3"/>
                </a:cxn>
                <a:cxn ang="0">
                  <a:pos x="T4" y="T5"/>
                </a:cxn>
                <a:cxn ang="0">
                  <a:pos x="T6" y="T7"/>
                </a:cxn>
              </a:cxnLst>
              <a:rect l="0" t="0" r="r" b="b"/>
              <a:pathLst>
                <a:path w="80" h="80">
                  <a:moveTo>
                    <a:pt x="0" y="0"/>
                  </a:moveTo>
                  <a:lnTo>
                    <a:pt x="80" y="40"/>
                  </a:lnTo>
                  <a:lnTo>
                    <a:pt x="0" y="8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61" name="Line 43"/>
            <p:cNvSpPr>
              <a:spLocks noChangeShapeType="1"/>
            </p:cNvSpPr>
            <p:nvPr/>
          </p:nvSpPr>
          <p:spPr bwMode="auto">
            <a:xfrm>
              <a:off x="3011" y="2910"/>
              <a:ext cx="315" cy="0"/>
            </a:xfrm>
            <a:prstGeom prst="line">
              <a:avLst/>
            </a:prstGeom>
            <a:noFill/>
            <a:ln w="301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62" name="Freeform 44"/>
            <p:cNvSpPr>
              <a:spLocks/>
            </p:cNvSpPr>
            <p:nvPr/>
          </p:nvSpPr>
          <p:spPr bwMode="auto">
            <a:xfrm>
              <a:off x="3316" y="2870"/>
              <a:ext cx="79" cy="80"/>
            </a:xfrm>
            <a:custGeom>
              <a:avLst/>
              <a:gdLst>
                <a:gd name="T0" fmla="*/ 0 w 79"/>
                <a:gd name="T1" fmla="*/ 0 h 80"/>
                <a:gd name="T2" fmla="*/ 79 w 79"/>
                <a:gd name="T3" fmla="*/ 40 h 80"/>
                <a:gd name="T4" fmla="*/ 0 w 79"/>
                <a:gd name="T5" fmla="*/ 80 h 80"/>
                <a:gd name="T6" fmla="*/ 0 w 79"/>
                <a:gd name="T7" fmla="*/ 0 h 80"/>
              </a:gdLst>
              <a:ahLst/>
              <a:cxnLst>
                <a:cxn ang="0">
                  <a:pos x="T0" y="T1"/>
                </a:cxn>
                <a:cxn ang="0">
                  <a:pos x="T2" y="T3"/>
                </a:cxn>
                <a:cxn ang="0">
                  <a:pos x="T4" y="T5"/>
                </a:cxn>
                <a:cxn ang="0">
                  <a:pos x="T6" y="T7"/>
                </a:cxn>
              </a:cxnLst>
              <a:rect l="0" t="0" r="r" b="b"/>
              <a:pathLst>
                <a:path w="79" h="80">
                  <a:moveTo>
                    <a:pt x="0" y="0"/>
                  </a:moveTo>
                  <a:lnTo>
                    <a:pt x="79" y="40"/>
                  </a:lnTo>
                  <a:lnTo>
                    <a:pt x="0" y="8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63" name="Line 45"/>
            <p:cNvSpPr>
              <a:spLocks noChangeShapeType="1"/>
            </p:cNvSpPr>
            <p:nvPr/>
          </p:nvSpPr>
          <p:spPr bwMode="auto">
            <a:xfrm>
              <a:off x="3011" y="2113"/>
              <a:ext cx="315" cy="0"/>
            </a:xfrm>
            <a:prstGeom prst="line">
              <a:avLst/>
            </a:prstGeom>
            <a:noFill/>
            <a:ln w="301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64" name="Freeform 46"/>
            <p:cNvSpPr>
              <a:spLocks/>
            </p:cNvSpPr>
            <p:nvPr/>
          </p:nvSpPr>
          <p:spPr bwMode="auto">
            <a:xfrm>
              <a:off x="3316" y="2073"/>
              <a:ext cx="79" cy="80"/>
            </a:xfrm>
            <a:custGeom>
              <a:avLst/>
              <a:gdLst>
                <a:gd name="T0" fmla="*/ 0 w 79"/>
                <a:gd name="T1" fmla="*/ 0 h 80"/>
                <a:gd name="T2" fmla="*/ 79 w 79"/>
                <a:gd name="T3" fmla="*/ 40 h 80"/>
                <a:gd name="T4" fmla="*/ 0 w 79"/>
                <a:gd name="T5" fmla="*/ 80 h 80"/>
                <a:gd name="T6" fmla="*/ 0 w 79"/>
                <a:gd name="T7" fmla="*/ 0 h 80"/>
              </a:gdLst>
              <a:ahLst/>
              <a:cxnLst>
                <a:cxn ang="0">
                  <a:pos x="T0" y="T1"/>
                </a:cxn>
                <a:cxn ang="0">
                  <a:pos x="T2" y="T3"/>
                </a:cxn>
                <a:cxn ang="0">
                  <a:pos x="T4" y="T5"/>
                </a:cxn>
                <a:cxn ang="0">
                  <a:pos x="T6" y="T7"/>
                </a:cxn>
              </a:cxnLst>
              <a:rect l="0" t="0" r="r" b="b"/>
              <a:pathLst>
                <a:path w="79" h="80">
                  <a:moveTo>
                    <a:pt x="0" y="0"/>
                  </a:moveTo>
                  <a:lnTo>
                    <a:pt x="79" y="40"/>
                  </a:lnTo>
                  <a:lnTo>
                    <a:pt x="0" y="8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65" name="Line 47"/>
            <p:cNvSpPr>
              <a:spLocks noChangeShapeType="1"/>
            </p:cNvSpPr>
            <p:nvPr/>
          </p:nvSpPr>
          <p:spPr bwMode="auto">
            <a:xfrm>
              <a:off x="3011" y="3707"/>
              <a:ext cx="315" cy="0"/>
            </a:xfrm>
            <a:prstGeom prst="line">
              <a:avLst/>
            </a:prstGeom>
            <a:noFill/>
            <a:ln w="301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66" name="Freeform 48"/>
            <p:cNvSpPr>
              <a:spLocks/>
            </p:cNvSpPr>
            <p:nvPr/>
          </p:nvSpPr>
          <p:spPr bwMode="auto">
            <a:xfrm>
              <a:off x="3316" y="3667"/>
              <a:ext cx="79" cy="80"/>
            </a:xfrm>
            <a:custGeom>
              <a:avLst/>
              <a:gdLst>
                <a:gd name="T0" fmla="*/ 0 w 79"/>
                <a:gd name="T1" fmla="*/ 0 h 80"/>
                <a:gd name="T2" fmla="*/ 79 w 79"/>
                <a:gd name="T3" fmla="*/ 40 h 80"/>
                <a:gd name="T4" fmla="*/ 0 w 79"/>
                <a:gd name="T5" fmla="*/ 80 h 80"/>
                <a:gd name="T6" fmla="*/ 0 w 79"/>
                <a:gd name="T7" fmla="*/ 0 h 80"/>
              </a:gdLst>
              <a:ahLst/>
              <a:cxnLst>
                <a:cxn ang="0">
                  <a:pos x="T0" y="T1"/>
                </a:cxn>
                <a:cxn ang="0">
                  <a:pos x="T2" y="T3"/>
                </a:cxn>
                <a:cxn ang="0">
                  <a:pos x="T4" y="T5"/>
                </a:cxn>
                <a:cxn ang="0">
                  <a:pos x="T6" y="T7"/>
                </a:cxn>
              </a:cxnLst>
              <a:rect l="0" t="0" r="r" b="b"/>
              <a:pathLst>
                <a:path w="79" h="80">
                  <a:moveTo>
                    <a:pt x="0" y="0"/>
                  </a:moveTo>
                  <a:lnTo>
                    <a:pt x="79" y="40"/>
                  </a:lnTo>
                  <a:lnTo>
                    <a:pt x="0" y="8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67" name="Freeform 49"/>
            <p:cNvSpPr>
              <a:spLocks/>
            </p:cNvSpPr>
            <p:nvPr/>
          </p:nvSpPr>
          <p:spPr bwMode="auto">
            <a:xfrm>
              <a:off x="2187" y="2512"/>
              <a:ext cx="824" cy="797"/>
            </a:xfrm>
            <a:custGeom>
              <a:avLst/>
              <a:gdLst>
                <a:gd name="T0" fmla="*/ 303 w 2117"/>
                <a:gd name="T1" fmla="*/ 2047 h 2047"/>
                <a:gd name="T2" fmla="*/ 1815 w 2117"/>
                <a:gd name="T3" fmla="*/ 2047 h 2047"/>
                <a:gd name="T4" fmla="*/ 2117 w 2117"/>
                <a:gd name="T5" fmla="*/ 1744 h 2047"/>
                <a:gd name="T6" fmla="*/ 2117 w 2117"/>
                <a:gd name="T7" fmla="*/ 302 h 2047"/>
                <a:gd name="T8" fmla="*/ 1815 w 2117"/>
                <a:gd name="T9" fmla="*/ 0 h 2047"/>
                <a:gd name="T10" fmla="*/ 303 w 2117"/>
                <a:gd name="T11" fmla="*/ 0 h 2047"/>
                <a:gd name="T12" fmla="*/ 0 w 2117"/>
                <a:gd name="T13" fmla="*/ 302 h 2047"/>
                <a:gd name="T14" fmla="*/ 0 w 2117"/>
                <a:gd name="T15" fmla="*/ 1744 h 2047"/>
                <a:gd name="T16" fmla="*/ 303 w 2117"/>
                <a:gd name="T17" fmla="*/ 2047 h 2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7" h="2047">
                  <a:moveTo>
                    <a:pt x="303" y="2047"/>
                  </a:moveTo>
                  <a:lnTo>
                    <a:pt x="1815" y="2047"/>
                  </a:lnTo>
                  <a:cubicBezTo>
                    <a:pt x="1982" y="2047"/>
                    <a:pt x="2117" y="1911"/>
                    <a:pt x="2117" y="1744"/>
                  </a:cubicBezTo>
                  <a:lnTo>
                    <a:pt x="2117" y="302"/>
                  </a:lnTo>
                  <a:cubicBezTo>
                    <a:pt x="2117" y="135"/>
                    <a:pt x="1982" y="0"/>
                    <a:pt x="1815" y="0"/>
                  </a:cubicBezTo>
                  <a:lnTo>
                    <a:pt x="303" y="0"/>
                  </a:lnTo>
                  <a:cubicBezTo>
                    <a:pt x="136" y="0"/>
                    <a:pt x="0" y="135"/>
                    <a:pt x="0" y="302"/>
                  </a:cubicBezTo>
                  <a:lnTo>
                    <a:pt x="0" y="1744"/>
                  </a:lnTo>
                  <a:cubicBezTo>
                    <a:pt x="0" y="1911"/>
                    <a:pt x="136" y="2047"/>
                    <a:pt x="303" y="2047"/>
                  </a:cubicBezTo>
                  <a:close/>
                </a:path>
              </a:pathLst>
            </a:custGeom>
            <a:solidFill>
              <a:srgbClr val="F2F2F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r>
                <a:rPr lang="zh-CN" altLang="en-US" dirty="0" smtClean="0">
                  <a:latin typeface="等线" panose="02010600030101010101" pitchFamily="2" charset="-122"/>
                  <a:ea typeface="等线" panose="02010600030101010101" pitchFamily="2" charset="-122"/>
                </a:rPr>
                <a:t>优化单</a:t>
              </a:r>
              <a:r>
                <a:rPr lang="en-US" altLang="zh-CN" dirty="0" smtClean="0">
                  <a:latin typeface="等线" panose="02010600030101010101" pitchFamily="2" charset="-122"/>
                  <a:ea typeface="等线" panose="02010600030101010101" pitchFamily="2" charset="-122"/>
                </a:rPr>
                <a:t>GPU</a:t>
              </a:r>
              <a:r>
                <a:rPr lang="zh-CN" altLang="en-US" dirty="0">
                  <a:latin typeface="等线" panose="02010600030101010101" pitchFamily="2" charset="-122"/>
                  <a:ea typeface="等线" panose="02010600030101010101" pitchFamily="2" charset="-122"/>
                </a:rPr>
                <a:t>设备</a:t>
              </a:r>
              <a:r>
                <a:rPr lang="zh-CN" altLang="en-US" dirty="0" smtClean="0">
                  <a:latin typeface="等线" panose="02010600030101010101" pitchFamily="2" charset="-122"/>
                  <a:ea typeface="等线" panose="02010600030101010101" pitchFamily="2" charset="-122"/>
                </a:rPr>
                <a:t>执行效率</a:t>
              </a:r>
              <a:endParaRPr lang="zh-CN" altLang="en-US" dirty="0">
                <a:latin typeface="等线" panose="02010600030101010101" pitchFamily="2" charset="-122"/>
                <a:ea typeface="等线" panose="02010600030101010101" pitchFamily="2" charset="-122"/>
              </a:endParaRPr>
            </a:p>
          </p:txBody>
        </p:sp>
        <p:sp>
          <p:nvSpPr>
            <p:cNvPr id="2968" name="Freeform 50"/>
            <p:cNvSpPr>
              <a:spLocks/>
            </p:cNvSpPr>
            <p:nvPr/>
          </p:nvSpPr>
          <p:spPr bwMode="auto">
            <a:xfrm>
              <a:off x="2187" y="2512"/>
              <a:ext cx="824" cy="797"/>
            </a:xfrm>
            <a:custGeom>
              <a:avLst/>
              <a:gdLst>
                <a:gd name="T0" fmla="*/ 303 w 2117"/>
                <a:gd name="T1" fmla="*/ 2047 h 2047"/>
                <a:gd name="T2" fmla="*/ 1815 w 2117"/>
                <a:gd name="T3" fmla="*/ 2047 h 2047"/>
                <a:gd name="T4" fmla="*/ 2117 w 2117"/>
                <a:gd name="T5" fmla="*/ 1744 h 2047"/>
                <a:gd name="T6" fmla="*/ 2117 w 2117"/>
                <a:gd name="T7" fmla="*/ 302 h 2047"/>
                <a:gd name="T8" fmla="*/ 1815 w 2117"/>
                <a:gd name="T9" fmla="*/ 0 h 2047"/>
                <a:gd name="T10" fmla="*/ 303 w 2117"/>
                <a:gd name="T11" fmla="*/ 0 h 2047"/>
                <a:gd name="T12" fmla="*/ 0 w 2117"/>
                <a:gd name="T13" fmla="*/ 302 h 2047"/>
                <a:gd name="T14" fmla="*/ 0 w 2117"/>
                <a:gd name="T15" fmla="*/ 1744 h 2047"/>
                <a:gd name="T16" fmla="*/ 303 w 2117"/>
                <a:gd name="T17" fmla="*/ 2047 h 2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7" h="2047">
                  <a:moveTo>
                    <a:pt x="303" y="2047"/>
                  </a:moveTo>
                  <a:lnTo>
                    <a:pt x="1815" y="2047"/>
                  </a:lnTo>
                  <a:cubicBezTo>
                    <a:pt x="1982" y="2047"/>
                    <a:pt x="2117" y="1911"/>
                    <a:pt x="2117" y="1744"/>
                  </a:cubicBezTo>
                  <a:lnTo>
                    <a:pt x="2117" y="302"/>
                  </a:lnTo>
                  <a:cubicBezTo>
                    <a:pt x="2117" y="135"/>
                    <a:pt x="1982" y="0"/>
                    <a:pt x="1815" y="0"/>
                  </a:cubicBezTo>
                  <a:lnTo>
                    <a:pt x="303" y="0"/>
                  </a:lnTo>
                  <a:cubicBezTo>
                    <a:pt x="136" y="0"/>
                    <a:pt x="0" y="135"/>
                    <a:pt x="0" y="302"/>
                  </a:cubicBezTo>
                  <a:lnTo>
                    <a:pt x="0" y="1744"/>
                  </a:lnTo>
                  <a:cubicBezTo>
                    <a:pt x="0" y="1911"/>
                    <a:pt x="136" y="2047"/>
                    <a:pt x="303" y="2047"/>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69" name="Rectangle 51"/>
            <p:cNvSpPr>
              <a:spLocks noChangeArrowheads="1"/>
            </p:cNvSpPr>
            <p:nvPr/>
          </p:nvSpPr>
          <p:spPr bwMode="auto">
            <a:xfrm>
              <a:off x="2303" y="2633"/>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970" name="Rectangle 52"/>
            <p:cNvSpPr>
              <a:spLocks noChangeArrowheads="1"/>
            </p:cNvSpPr>
            <p:nvPr/>
          </p:nvSpPr>
          <p:spPr bwMode="auto">
            <a:xfrm>
              <a:off x="2303" y="2832"/>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971" name="Rectangle 53"/>
            <p:cNvSpPr>
              <a:spLocks noChangeArrowheads="1"/>
            </p:cNvSpPr>
            <p:nvPr/>
          </p:nvSpPr>
          <p:spPr bwMode="auto">
            <a:xfrm>
              <a:off x="2452" y="3031"/>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972" name="Freeform 54"/>
            <p:cNvSpPr>
              <a:spLocks/>
            </p:cNvSpPr>
            <p:nvPr/>
          </p:nvSpPr>
          <p:spPr bwMode="auto">
            <a:xfrm>
              <a:off x="2187" y="3381"/>
              <a:ext cx="824" cy="652"/>
            </a:xfrm>
            <a:custGeom>
              <a:avLst/>
              <a:gdLst>
                <a:gd name="T0" fmla="*/ 303 w 2117"/>
                <a:gd name="T1" fmla="*/ 1675 h 1675"/>
                <a:gd name="T2" fmla="*/ 1815 w 2117"/>
                <a:gd name="T3" fmla="*/ 1675 h 1675"/>
                <a:gd name="T4" fmla="*/ 2117 w 2117"/>
                <a:gd name="T5" fmla="*/ 1372 h 1675"/>
                <a:gd name="T6" fmla="*/ 2117 w 2117"/>
                <a:gd name="T7" fmla="*/ 302 h 1675"/>
                <a:gd name="T8" fmla="*/ 1815 w 2117"/>
                <a:gd name="T9" fmla="*/ 0 h 1675"/>
                <a:gd name="T10" fmla="*/ 303 w 2117"/>
                <a:gd name="T11" fmla="*/ 0 h 1675"/>
                <a:gd name="T12" fmla="*/ 0 w 2117"/>
                <a:gd name="T13" fmla="*/ 302 h 1675"/>
                <a:gd name="T14" fmla="*/ 0 w 2117"/>
                <a:gd name="T15" fmla="*/ 1372 h 1675"/>
                <a:gd name="T16" fmla="*/ 303 w 2117"/>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7" h="1675">
                  <a:moveTo>
                    <a:pt x="303" y="1675"/>
                  </a:moveTo>
                  <a:lnTo>
                    <a:pt x="1815" y="1675"/>
                  </a:lnTo>
                  <a:cubicBezTo>
                    <a:pt x="1982" y="1675"/>
                    <a:pt x="2117" y="1539"/>
                    <a:pt x="2117" y="1372"/>
                  </a:cubicBezTo>
                  <a:lnTo>
                    <a:pt x="2117" y="302"/>
                  </a:lnTo>
                  <a:cubicBezTo>
                    <a:pt x="2117" y="135"/>
                    <a:pt x="1982" y="0"/>
                    <a:pt x="1815" y="0"/>
                  </a:cubicBezTo>
                  <a:lnTo>
                    <a:pt x="303" y="0"/>
                  </a:lnTo>
                  <a:cubicBezTo>
                    <a:pt x="136" y="0"/>
                    <a:pt x="0" y="135"/>
                    <a:pt x="0" y="302"/>
                  </a:cubicBezTo>
                  <a:lnTo>
                    <a:pt x="0" y="1372"/>
                  </a:lnTo>
                  <a:cubicBezTo>
                    <a:pt x="0" y="1539"/>
                    <a:pt x="136" y="1675"/>
                    <a:pt x="303" y="1675"/>
                  </a:cubicBezTo>
                  <a:close/>
                </a:path>
              </a:pathLst>
            </a:custGeom>
            <a:solidFill>
              <a:srgbClr val="F2F2F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r>
                <a:rPr lang="zh-CN" altLang="en-US" dirty="0" smtClean="0">
                  <a:latin typeface="等线" panose="02010600030101010101" pitchFamily="2" charset="-122"/>
                  <a:ea typeface="等线" panose="02010600030101010101" pitchFamily="2" charset="-122"/>
                </a:rPr>
                <a:t>合理利用多</a:t>
              </a:r>
              <a:r>
                <a:rPr lang="en-US" altLang="zh-CN" dirty="0" smtClean="0">
                  <a:latin typeface="等线" panose="02010600030101010101" pitchFamily="2" charset="-122"/>
                  <a:ea typeface="等线" panose="02010600030101010101" pitchFamily="2" charset="-122"/>
                </a:rPr>
                <a:t>GPU</a:t>
              </a:r>
              <a:r>
                <a:rPr lang="zh-CN" altLang="en-US" dirty="0" smtClean="0">
                  <a:latin typeface="等线" panose="02010600030101010101" pitchFamily="2" charset="-122"/>
                  <a:ea typeface="等线" panose="02010600030101010101" pitchFamily="2" charset="-122"/>
                </a:rPr>
                <a:t>设备优势</a:t>
              </a:r>
              <a:endParaRPr lang="zh-CN" altLang="en-US" dirty="0">
                <a:latin typeface="等线" panose="02010600030101010101" pitchFamily="2" charset="-122"/>
                <a:ea typeface="等线" panose="02010600030101010101" pitchFamily="2" charset="-122"/>
              </a:endParaRPr>
            </a:p>
          </p:txBody>
        </p:sp>
        <p:sp>
          <p:nvSpPr>
            <p:cNvPr id="2973" name="Freeform 55"/>
            <p:cNvSpPr>
              <a:spLocks/>
            </p:cNvSpPr>
            <p:nvPr/>
          </p:nvSpPr>
          <p:spPr bwMode="auto">
            <a:xfrm>
              <a:off x="2187" y="3381"/>
              <a:ext cx="824" cy="652"/>
            </a:xfrm>
            <a:custGeom>
              <a:avLst/>
              <a:gdLst>
                <a:gd name="T0" fmla="*/ 303 w 2117"/>
                <a:gd name="T1" fmla="*/ 1675 h 1675"/>
                <a:gd name="T2" fmla="*/ 1815 w 2117"/>
                <a:gd name="T3" fmla="*/ 1675 h 1675"/>
                <a:gd name="T4" fmla="*/ 2117 w 2117"/>
                <a:gd name="T5" fmla="*/ 1372 h 1675"/>
                <a:gd name="T6" fmla="*/ 2117 w 2117"/>
                <a:gd name="T7" fmla="*/ 302 h 1675"/>
                <a:gd name="T8" fmla="*/ 1815 w 2117"/>
                <a:gd name="T9" fmla="*/ 0 h 1675"/>
                <a:gd name="T10" fmla="*/ 303 w 2117"/>
                <a:gd name="T11" fmla="*/ 0 h 1675"/>
                <a:gd name="T12" fmla="*/ 0 w 2117"/>
                <a:gd name="T13" fmla="*/ 302 h 1675"/>
                <a:gd name="T14" fmla="*/ 0 w 2117"/>
                <a:gd name="T15" fmla="*/ 1372 h 1675"/>
                <a:gd name="T16" fmla="*/ 303 w 2117"/>
                <a:gd name="T17" fmla="*/ 1675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7" h="1675">
                  <a:moveTo>
                    <a:pt x="303" y="1675"/>
                  </a:moveTo>
                  <a:lnTo>
                    <a:pt x="1815" y="1675"/>
                  </a:lnTo>
                  <a:cubicBezTo>
                    <a:pt x="1982" y="1675"/>
                    <a:pt x="2117" y="1539"/>
                    <a:pt x="2117" y="1372"/>
                  </a:cubicBezTo>
                  <a:lnTo>
                    <a:pt x="2117" y="302"/>
                  </a:lnTo>
                  <a:cubicBezTo>
                    <a:pt x="2117" y="135"/>
                    <a:pt x="1982" y="0"/>
                    <a:pt x="1815" y="0"/>
                  </a:cubicBezTo>
                  <a:lnTo>
                    <a:pt x="303" y="0"/>
                  </a:lnTo>
                  <a:cubicBezTo>
                    <a:pt x="136" y="0"/>
                    <a:pt x="0" y="135"/>
                    <a:pt x="0" y="302"/>
                  </a:cubicBezTo>
                  <a:lnTo>
                    <a:pt x="0" y="1372"/>
                  </a:lnTo>
                  <a:cubicBezTo>
                    <a:pt x="0" y="1539"/>
                    <a:pt x="136" y="1675"/>
                    <a:pt x="303" y="1675"/>
                  </a:cubicBez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4" name="Rectangle 56"/>
            <p:cNvSpPr>
              <a:spLocks noChangeArrowheads="1"/>
            </p:cNvSpPr>
            <p:nvPr/>
          </p:nvSpPr>
          <p:spPr bwMode="auto">
            <a:xfrm>
              <a:off x="2303" y="343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975" name="Rectangle 57"/>
            <p:cNvSpPr>
              <a:spLocks noChangeArrowheads="1"/>
            </p:cNvSpPr>
            <p:nvPr/>
          </p:nvSpPr>
          <p:spPr bwMode="auto">
            <a:xfrm>
              <a:off x="2303" y="3629"/>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976" name="Rectangle 58"/>
            <p:cNvSpPr>
              <a:spLocks noChangeArrowheads="1"/>
            </p:cNvSpPr>
            <p:nvPr/>
          </p:nvSpPr>
          <p:spPr bwMode="auto">
            <a:xfrm>
              <a:off x="2452" y="382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977" name="Freeform 59"/>
            <p:cNvSpPr>
              <a:spLocks/>
            </p:cNvSpPr>
            <p:nvPr/>
          </p:nvSpPr>
          <p:spPr bwMode="auto">
            <a:xfrm>
              <a:off x="1657" y="2910"/>
              <a:ext cx="460" cy="797"/>
            </a:xfrm>
            <a:custGeom>
              <a:avLst/>
              <a:gdLst>
                <a:gd name="T0" fmla="*/ 0 w 460"/>
                <a:gd name="T1" fmla="*/ 0 h 797"/>
                <a:gd name="T2" fmla="*/ 279 w 460"/>
                <a:gd name="T3" fmla="*/ 0 h 797"/>
                <a:gd name="T4" fmla="*/ 279 w 460"/>
                <a:gd name="T5" fmla="*/ 797 h 797"/>
                <a:gd name="T6" fmla="*/ 460 w 460"/>
                <a:gd name="T7" fmla="*/ 797 h 797"/>
              </a:gdLst>
              <a:ahLst/>
              <a:cxnLst>
                <a:cxn ang="0">
                  <a:pos x="T0" y="T1"/>
                </a:cxn>
                <a:cxn ang="0">
                  <a:pos x="T2" y="T3"/>
                </a:cxn>
                <a:cxn ang="0">
                  <a:pos x="T4" y="T5"/>
                </a:cxn>
                <a:cxn ang="0">
                  <a:pos x="T6" y="T7"/>
                </a:cxn>
              </a:cxnLst>
              <a:rect l="0" t="0" r="r" b="b"/>
              <a:pathLst>
                <a:path w="460" h="797">
                  <a:moveTo>
                    <a:pt x="0" y="0"/>
                  </a:moveTo>
                  <a:lnTo>
                    <a:pt x="279" y="0"/>
                  </a:lnTo>
                  <a:lnTo>
                    <a:pt x="279" y="797"/>
                  </a:lnTo>
                  <a:lnTo>
                    <a:pt x="460" y="797"/>
                  </a:lnTo>
                </a:path>
              </a:pathLst>
            </a:custGeom>
            <a:noFill/>
            <a:ln w="301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78" name="Freeform 60"/>
            <p:cNvSpPr>
              <a:spLocks/>
            </p:cNvSpPr>
            <p:nvPr/>
          </p:nvSpPr>
          <p:spPr bwMode="auto">
            <a:xfrm>
              <a:off x="2107" y="3667"/>
              <a:ext cx="80" cy="80"/>
            </a:xfrm>
            <a:custGeom>
              <a:avLst/>
              <a:gdLst>
                <a:gd name="T0" fmla="*/ 0 w 80"/>
                <a:gd name="T1" fmla="*/ 0 h 80"/>
                <a:gd name="T2" fmla="*/ 80 w 80"/>
                <a:gd name="T3" fmla="*/ 40 h 80"/>
                <a:gd name="T4" fmla="*/ 0 w 80"/>
                <a:gd name="T5" fmla="*/ 80 h 80"/>
                <a:gd name="T6" fmla="*/ 0 w 80"/>
                <a:gd name="T7" fmla="*/ 0 h 80"/>
              </a:gdLst>
              <a:ahLst/>
              <a:cxnLst>
                <a:cxn ang="0">
                  <a:pos x="T0" y="T1"/>
                </a:cxn>
                <a:cxn ang="0">
                  <a:pos x="T2" y="T3"/>
                </a:cxn>
                <a:cxn ang="0">
                  <a:pos x="T4" y="T5"/>
                </a:cxn>
                <a:cxn ang="0">
                  <a:pos x="T6" y="T7"/>
                </a:cxn>
              </a:cxnLst>
              <a:rect l="0" t="0" r="r" b="b"/>
              <a:pathLst>
                <a:path w="80" h="80">
                  <a:moveTo>
                    <a:pt x="0" y="0"/>
                  </a:moveTo>
                  <a:lnTo>
                    <a:pt x="80" y="40"/>
                  </a:lnTo>
                  <a:lnTo>
                    <a:pt x="0" y="8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79" name="Freeform 61"/>
            <p:cNvSpPr>
              <a:spLocks/>
            </p:cNvSpPr>
            <p:nvPr/>
          </p:nvSpPr>
          <p:spPr bwMode="auto">
            <a:xfrm>
              <a:off x="1657" y="2113"/>
              <a:ext cx="460" cy="797"/>
            </a:xfrm>
            <a:custGeom>
              <a:avLst/>
              <a:gdLst>
                <a:gd name="T0" fmla="*/ 0 w 460"/>
                <a:gd name="T1" fmla="*/ 797 h 797"/>
                <a:gd name="T2" fmla="*/ 279 w 460"/>
                <a:gd name="T3" fmla="*/ 797 h 797"/>
                <a:gd name="T4" fmla="*/ 279 w 460"/>
                <a:gd name="T5" fmla="*/ 0 h 797"/>
                <a:gd name="T6" fmla="*/ 460 w 460"/>
                <a:gd name="T7" fmla="*/ 0 h 797"/>
              </a:gdLst>
              <a:ahLst/>
              <a:cxnLst>
                <a:cxn ang="0">
                  <a:pos x="T0" y="T1"/>
                </a:cxn>
                <a:cxn ang="0">
                  <a:pos x="T2" y="T3"/>
                </a:cxn>
                <a:cxn ang="0">
                  <a:pos x="T4" y="T5"/>
                </a:cxn>
                <a:cxn ang="0">
                  <a:pos x="T6" y="T7"/>
                </a:cxn>
              </a:cxnLst>
              <a:rect l="0" t="0" r="r" b="b"/>
              <a:pathLst>
                <a:path w="460" h="797">
                  <a:moveTo>
                    <a:pt x="0" y="797"/>
                  </a:moveTo>
                  <a:lnTo>
                    <a:pt x="279" y="797"/>
                  </a:lnTo>
                  <a:lnTo>
                    <a:pt x="279" y="0"/>
                  </a:lnTo>
                  <a:lnTo>
                    <a:pt x="460" y="0"/>
                  </a:lnTo>
                </a:path>
              </a:pathLst>
            </a:custGeom>
            <a:noFill/>
            <a:ln w="301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80" name="Freeform 62"/>
            <p:cNvSpPr>
              <a:spLocks/>
            </p:cNvSpPr>
            <p:nvPr/>
          </p:nvSpPr>
          <p:spPr bwMode="auto">
            <a:xfrm>
              <a:off x="2107" y="2073"/>
              <a:ext cx="80" cy="80"/>
            </a:xfrm>
            <a:custGeom>
              <a:avLst/>
              <a:gdLst>
                <a:gd name="T0" fmla="*/ 0 w 80"/>
                <a:gd name="T1" fmla="*/ 0 h 80"/>
                <a:gd name="T2" fmla="*/ 80 w 80"/>
                <a:gd name="T3" fmla="*/ 40 h 80"/>
                <a:gd name="T4" fmla="*/ 0 w 80"/>
                <a:gd name="T5" fmla="*/ 80 h 80"/>
                <a:gd name="T6" fmla="*/ 0 w 80"/>
                <a:gd name="T7" fmla="*/ 0 h 80"/>
              </a:gdLst>
              <a:ahLst/>
              <a:cxnLst>
                <a:cxn ang="0">
                  <a:pos x="T0" y="T1"/>
                </a:cxn>
                <a:cxn ang="0">
                  <a:pos x="T2" y="T3"/>
                </a:cxn>
                <a:cxn ang="0">
                  <a:pos x="T4" y="T5"/>
                </a:cxn>
                <a:cxn ang="0">
                  <a:pos x="T6" y="T7"/>
                </a:cxn>
              </a:cxnLst>
              <a:rect l="0" t="0" r="r" b="b"/>
              <a:pathLst>
                <a:path w="80" h="80">
                  <a:moveTo>
                    <a:pt x="0" y="0"/>
                  </a:moveTo>
                  <a:lnTo>
                    <a:pt x="80" y="40"/>
                  </a:lnTo>
                  <a:lnTo>
                    <a:pt x="0" y="8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1139788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国内外研究现状</a:t>
            </a:r>
            <a:r>
              <a:rPr lang="en-US" altLang="zh-CN" sz="3000" dirty="0" smtClean="0">
                <a:solidFill>
                  <a:schemeClr val="bg1"/>
                </a:solidFill>
                <a:latin typeface="微软雅黑" panose="020B0503020204020204" pitchFamily="34" charset="-122"/>
                <a:ea typeface="微软雅黑" panose="020B0503020204020204" pitchFamily="34" charset="-122"/>
                <a:cs typeface="+mn-cs"/>
                <a:sym typeface="+mn-ea"/>
              </a:rPr>
              <a:t>-</a:t>
            </a:r>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异构平台内存管理技术</a:t>
            </a:r>
            <a:endParaRPr lang="zh-CN" altLang="en-US" sz="3000" dirty="0">
              <a:solidFill>
                <a:schemeClr val="bg1"/>
              </a:solidFill>
              <a:latin typeface="微软雅黑" panose="020B0503020204020204" pitchFamily="34" charset="-122"/>
              <a:ea typeface="微软雅黑" panose="020B0503020204020204" pitchFamily="34" charset="-122"/>
              <a:cs typeface="+mn-cs"/>
              <a:sym typeface="+mn-ea"/>
            </a:endParaRPr>
          </a:p>
        </p:txBody>
      </p:sp>
      <p:graphicFrame>
        <p:nvGraphicFramePr>
          <p:cNvPr id="29" name="表格 28"/>
          <p:cNvGraphicFramePr/>
          <p:nvPr>
            <p:extLst>
              <p:ext uri="{D42A27DB-BD31-4B8C-83A1-F6EECF244321}">
                <p14:modId xmlns:p14="http://schemas.microsoft.com/office/powerpoint/2010/main" val="3044751689"/>
              </p:ext>
            </p:extLst>
          </p:nvPr>
        </p:nvGraphicFramePr>
        <p:xfrm>
          <a:off x="295275" y="1351400"/>
          <a:ext cx="8025626" cy="3865811"/>
        </p:xfrm>
        <a:graphic>
          <a:graphicData uri="http://schemas.openxmlformats.org/drawingml/2006/table">
            <a:tbl>
              <a:tblPr firstRow="1" bandRow="1">
                <a:tableStyleId>{5C22544A-7EE6-4342-B048-85BDC9FD1C3A}</a:tableStyleId>
              </a:tblPr>
              <a:tblGrid>
                <a:gridCol w="1898118">
                  <a:extLst>
                    <a:ext uri="{9D8B030D-6E8A-4147-A177-3AD203B41FA5}">
                      <a16:colId xmlns:a16="http://schemas.microsoft.com/office/drawing/2014/main" val="20002"/>
                    </a:ext>
                  </a:extLst>
                </a:gridCol>
                <a:gridCol w="3114342">
                  <a:extLst>
                    <a:ext uri="{9D8B030D-6E8A-4147-A177-3AD203B41FA5}">
                      <a16:colId xmlns:a16="http://schemas.microsoft.com/office/drawing/2014/main" val="20003"/>
                    </a:ext>
                  </a:extLst>
                </a:gridCol>
                <a:gridCol w="3013166">
                  <a:extLst>
                    <a:ext uri="{9D8B030D-6E8A-4147-A177-3AD203B41FA5}">
                      <a16:colId xmlns:a16="http://schemas.microsoft.com/office/drawing/2014/main" val="20004"/>
                    </a:ext>
                  </a:extLst>
                </a:gridCol>
              </a:tblGrid>
              <a:tr h="346372">
                <a:tc>
                  <a:txBody>
                    <a:bodyPr/>
                    <a:lstStyle/>
                    <a:p>
                      <a:pPr algn="ctr">
                        <a:buNone/>
                      </a:pPr>
                      <a:r>
                        <a:rPr lang="zh-CN" altLang="en-US" sz="1400" dirty="0" smtClean="0">
                          <a:latin typeface="微软雅黑" panose="020B0503020204020204" pitchFamily="34" charset="-122"/>
                          <a:ea typeface="微软雅黑" panose="020B0503020204020204" pitchFamily="34" charset="-122"/>
                        </a:rPr>
                        <a:t>现有技术</a:t>
                      </a:r>
                      <a:endParaRPr sz="1400" dirty="0"/>
                    </a:p>
                  </a:txBody>
                  <a:tcPr marL="68608" marR="68608" marT="34304" marB="34304" anchor="ctr"/>
                </a:tc>
                <a:tc>
                  <a:txBody>
                    <a:bodyPr/>
                    <a:lstStyle/>
                    <a:p>
                      <a:pPr algn="ctr">
                        <a:buNone/>
                      </a:pPr>
                      <a:r>
                        <a:rPr lang="zh-CN" altLang="en-US" sz="1400" dirty="0" smtClean="0">
                          <a:latin typeface="微软雅黑" panose="020B0503020204020204" pitchFamily="34" charset="-122"/>
                          <a:ea typeface="微软雅黑" panose="020B0503020204020204" pitchFamily="34" charset="-122"/>
                        </a:rPr>
                        <a:t>工作</a:t>
                      </a:r>
                      <a:endParaRPr sz="1400" dirty="0"/>
                    </a:p>
                  </a:txBody>
                  <a:tcPr marL="68608" marR="68608" marT="34304" marB="34304" anchor="ctr"/>
                </a:tc>
                <a:tc>
                  <a:txBody>
                    <a:bodyPr/>
                    <a:lstStyle/>
                    <a:p>
                      <a:pPr algn="ctr">
                        <a:buNone/>
                      </a:pPr>
                      <a:r>
                        <a:rPr lang="zh-CN" altLang="en-US" sz="1400" dirty="0">
                          <a:latin typeface="微软雅黑" panose="020B0503020204020204" pitchFamily="34" charset="-122"/>
                          <a:ea typeface="微软雅黑" panose="020B0503020204020204" pitchFamily="34" charset="-122"/>
                        </a:rPr>
                        <a:t>分析</a:t>
                      </a:r>
                      <a:endParaRPr lang="x-none" altLang="zh-CN" sz="1400" dirty="0">
                        <a:latin typeface="微软雅黑" panose="020B0503020204020204" pitchFamily="34" charset="-122"/>
                        <a:ea typeface="微软雅黑" panose="020B0503020204020204" pitchFamily="34" charset="-122"/>
                      </a:endParaRPr>
                    </a:p>
                  </a:txBody>
                  <a:tcPr marL="68608" marR="68608" marT="34304" marB="34304" anchor="ctr"/>
                </a:tc>
                <a:extLst>
                  <a:ext uri="{0D108BD9-81ED-4DB2-BD59-A6C34878D82A}">
                    <a16:rowId xmlns:a16="http://schemas.microsoft.com/office/drawing/2014/main" val="10000"/>
                  </a:ext>
                </a:extLst>
              </a:tr>
              <a:tr h="908000">
                <a:tc>
                  <a:txBody>
                    <a:bodyPr/>
                    <a:lstStyle/>
                    <a:p>
                      <a:pPr algn="ctr">
                        <a:buNone/>
                      </a:pPr>
                      <a:r>
                        <a:rPr lang="en-US" altLang="zh-CN" sz="12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Divide-and-Conquer</a:t>
                      </a:r>
                      <a:endParaRPr sz="12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ctr">
                        <a:lnSpc>
                          <a:spcPct val="125000"/>
                        </a:lnSpc>
                        <a:buNone/>
                      </a:pP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将一个大型数据规模的任务拆分成几个较小数据规模的任务，然后利用</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执行掩盖</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data</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传输时间。</a:t>
                      </a:r>
                      <a:endParaRPr sz="11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marL="0" indent="0" algn="ctr">
                        <a:buNone/>
                      </a:pP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分而治之的模式简单明了，但是数据划分粒度既要满足不会超过</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显存，又要满足能高效利用</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，是影响性能的关键，划分依据比较困难。</a:t>
                      </a:r>
                      <a:endParaRPr lang="en-US" altLang="zh-CN" sz="11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2461527395"/>
                  </a:ext>
                </a:extLst>
              </a:tr>
              <a:tr h="870557">
                <a:tc>
                  <a:txBody>
                    <a:bodyPr/>
                    <a:lstStyle/>
                    <a:p>
                      <a:pPr algn="ctr"/>
                      <a:r>
                        <a:rPr lang="en-US" altLang="zh-CN" sz="12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Mapped</a:t>
                      </a:r>
                      <a:r>
                        <a:rPr lang="en-US" altLang="zh-CN" sz="12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Memory</a:t>
                      </a:r>
                      <a:endParaRPr sz="12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ctr">
                        <a:lnSpc>
                          <a:spcPct val="125000"/>
                        </a:lnSpc>
                        <a:buNone/>
                      </a:pPr>
                      <a:r>
                        <a:rPr 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在主存空间申请一段不可分页内存</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即不可被替换到磁盘</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，作为</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的扩展内存。共享内存的数据在访问时自动传输到</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endParaRPr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ctr">
                        <a:buNone/>
                      </a:pPr>
                      <a:r>
                        <a:rPr lang="zh-CN" altLang="en-US"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允许</a:t>
                      </a:r>
                      <a:r>
                        <a:rPr lang="en-US" altLang="zh-CN"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运行数据量超过其显存的任务。但重复访问共享内存上的数据会导致大量低速的</a:t>
                      </a:r>
                      <a:r>
                        <a:rPr lang="en-US" altLang="zh-CN"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PCI-E</a:t>
                      </a:r>
                      <a:r>
                        <a:rPr lang="zh-CN" altLang="en-US"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总线传输。另外作为</a:t>
                      </a:r>
                      <a:r>
                        <a:rPr lang="en-US" altLang="zh-CN"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mapped memory</a:t>
                      </a:r>
                      <a:r>
                        <a:rPr lang="zh-CN" altLang="en-US"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的主机内存无法替换到页，会缩减</a:t>
                      </a:r>
                      <a:r>
                        <a:rPr lang="en-US" altLang="zh-CN"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en-US" sz="105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可用内存空间。</a:t>
                      </a:r>
                      <a:endParaRPr lang="x-none" altLang="zh-CN" sz="1100" b="0" kern="12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10001"/>
                  </a:ext>
                </a:extLst>
              </a:tr>
              <a:tr h="908000">
                <a:tc>
                  <a:txBody>
                    <a:bodyPr/>
                    <a:lstStyle/>
                    <a:p>
                      <a:pPr algn="ctr">
                        <a:buNone/>
                      </a:pPr>
                      <a:r>
                        <a:rPr lang="en-US" altLang="zh-CN" sz="12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Unified Virtual</a:t>
                      </a:r>
                      <a:r>
                        <a:rPr lang="en-US" altLang="zh-CN" sz="12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Addressing</a:t>
                      </a:r>
                      <a:endParaRPr lang="zh-CN" altLang="en-US" sz="12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ctr">
                        <a:lnSpc>
                          <a:spcPct val="125000"/>
                        </a:lnSpc>
                        <a:buNone/>
                      </a:pPr>
                      <a:r>
                        <a:rPr 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UVA</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支持用一个统一的地址访问显存和</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CPU pinned memory</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endParaRPr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ctr">
                        <a:buNone/>
                      </a:pP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UVA</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Mapped Memory</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拥有相似的功能，</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访问数据的速度与数据存储位置有关。另外同一总线上的两个</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可以直接互相访问显存，不再以</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主存作为媒介。</a:t>
                      </a:r>
                      <a:endParaRPr lang="x-none" altLang="zh-CN" sz="1100" b="0" kern="12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2626896147"/>
                  </a:ext>
                </a:extLst>
              </a:tr>
              <a:tr h="832882">
                <a:tc>
                  <a:txBody>
                    <a:bodyPr/>
                    <a:lstStyle/>
                    <a:p>
                      <a:pPr algn="ctr">
                        <a:buNone/>
                      </a:pPr>
                      <a:r>
                        <a:rPr lang="en-US" altLang="zh-CN" sz="12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Unified Memory</a:t>
                      </a:r>
                      <a:endParaRPr sz="12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marL="0" marR="0" lvl="0" indent="0" algn="ctr" defTabSz="685800" rtl="0" eaLnBrk="1" fontAlgn="auto" latinLnBrk="0" hangingPunct="1">
                        <a:lnSpc>
                          <a:spcPct val="125000"/>
                        </a:lnSpc>
                        <a:spcBef>
                          <a:spcPts val="0"/>
                        </a:spcBef>
                        <a:spcAft>
                          <a:spcPts val="0"/>
                        </a:spcAft>
                        <a:buClrTx/>
                        <a:buSzTx/>
                        <a:buFontTx/>
                        <a:buNone/>
                        <a:tabLst/>
                        <a:defRPr/>
                      </a:pP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UM</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UVA</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一样支持一个指针访问</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主存和</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显存，不同的是数据先在</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显存上分配，然后动态拷贝至</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内存。</a:t>
                      </a:r>
                      <a:endParaRPr lang="zh-CN" altLang="en-US" sz="11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UM</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简化了内存管理的方式，能通过同一个指针访问</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上的内存。但仍需程序员控制达到传输和执行并行的目的。</a:t>
                      </a:r>
                      <a:endParaRPr lang="en-US" altLang="zh-CN"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3085049533"/>
                  </a:ext>
                </a:extLst>
              </a:tr>
            </a:tbl>
          </a:graphicData>
        </a:graphic>
      </p:graphicFrame>
      <p:sp>
        <p:nvSpPr>
          <p:cNvPr id="6" name="圆角矩形 44">
            <a:extLst>
              <a:ext uri="{FF2B5EF4-FFF2-40B4-BE49-F238E27FC236}">
                <a16:creationId xmlns:a16="http://schemas.microsoft.com/office/drawing/2014/main" id="{434859CA-4A52-4B44-82C1-91601F740A51}"/>
              </a:ext>
            </a:extLst>
          </p:cNvPr>
          <p:cNvSpPr/>
          <p:nvPr/>
        </p:nvSpPr>
        <p:spPr>
          <a:xfrm>
            <a:off x="869356" y="5913121"/>
            <a:ext cx="8040963" cy="865886"/>
          </a:xfrm>
          <a:prstGeom prst="roundRect">
            <a:avLst/>
          </a:prstGeom>
          <a:solidFill>
            <a:schemeClr val="accent1">
              <a:lumMod val="20000"/>
              <a:lumOff val="80000"/>
            </a:schemeClr>
          </a:solidFill>
          <a:ln w="19050">
            <a:solidFill>
              <a:schemeClr val="accent1">
                <a:lumMod val="60000"/>
                <a:lumOff val="40000"/>
              </a:schemeClr>
            </a:solidFill>
            <a:miter lim="800000"/>
          </a:ln>
        </p:spPr>
        <p:txBody>
          <a:bodyPr anchor="ctr" anchorCtr="0"/>
          <a:lstStyle/>
          <a:p>
            <a:pPr marL="108000" fontAlgn="ctr">
              <a:spcBef>
                <a:spcPts val="0"/>
              </a:spcBef>
              <a:spcAft>
                <a:spcPts val="600"/>
              </a:spcAft>
            </a:pPr>
            <a:r>
              <a:rPr lang="zh-CN" altLang="en-US" sz="1700" dirty="0">
                <a:solidFill>
                  <a:schemeClr val="tx1"/>
                </a:solidFill>
                <a:latin typeface="微软雅黑" panose="020B0503020204020204" pitchFamily="34" charset="-122"/>
                <a:ea typeface="微软雅黑" panose="020B0503020204020204" pitchFamily="34" charset="-122"/>
                <a:sym typeface="+mn-ea"/>
              </a:rPr>
              <a:t>已</a:t>
            </a:r>
            <a:r>
              <a:rPr lang="zh-CN" altLang="en-US" sz="1700" dirty="0" smtClean="0">
                <a:solidFill>
                  <a:schemeClr val="tx1"/>
                </a:solidFill>
                <a:latin typeface="微软雅黑" panose="020B0503020204020204" pitchFamily="34" charset="-122"/>
                <a:ea typeface="微软雅黑" panose="020B0503020204020204" pitchFamily="34" charset="-122"/>
                <a:sym typeface="+mn-ea"/>
              </a:rPr>
              <a:t>有的内存管理技术能够让</a:t>
            </a:r>
            <a:r>
              <a:rPr lang="en-US" altLang="zh-CN" sz="1700" dirty="0" smtClean="0">
                <a:solidFill>
                  <a:schemeClr val="tx1"/>
                </a:solidFill>
                <a:latin typeface="微软雅黑" panose="020B0503020204020204" pitchFamily="34" charset="-122"/>
                <a:ea typeface="微软雅黑" panose="020B0503020204020204" pitchFamily="34" charset="-122"/>
                <a:sym typeface="+mn-ea"/>
              </a:rPr>
              <a:t>GPU</a:t>
            </a:r>
            <a:r>
              <a:rPr lang="zh-CN" altLang="en-US" sz="1700" dirty="0" smtClean="0">
                <a:solidFill>
                  <a:schemeClr val="tx1"/>
                </a:solidFill>
                <a:latin typeface="微软雅黑" panose="020B0503020204020204" pitchFamily="34" charset="-122"/>
                <a:ea typeface="微软雅黑" panose="020B0503020204020204" pitchFamily="34" charset="-122"/>
                <a:sym typeface="+mn-ea"/>
              </a:rPr>
              <a:t>使用主存作为扩展显存，但未考虑</a:t>
            </a:r>
            <a:r>
              <a:rPr lang="en-US" altLang="zh-CN" sz="1700" dirty="0" smtClean="0">
                <a:solidFill>
                  <a:schemeClr val="tx1"/>
                </a:solidFill>
                <a:latin typeface="微软雅黑" panose="020B0503020204020204" pitchFamily="34" charset="-122"/>
                <a:ea typeface="微软雅黑" panose="020B0503020204020204" pitchFamily="34" charset="-122"/>
                <a:sym typeface="+mn-ea"/>
              </a:rPr>
              <a:t>CPU</a:t>
            </a:r>
            <a:r>
              <a:rPr lang="zh-CN" altLang="en-US" sz="1700" dirty="0" smtClean="0">
                <a:solidFill>
                  <a:schemeClr val="tx1"/>
                </a:solidFill>
                <a:latin typeface="微软雅黑" panose="020B0503020204020204" pitchFamily="34" charset="-122"/>
                <a:ea typeface="微软雅黑" panose="020B0503020204020204" pitchFamily="34" charset="-122"/>
                <a:sym typeface="+mn-ea"/>
              </a:rPr>
              <a:t>已分配主存的复用问题。并且内存分配接口种类较多，编程时同样存在内存指针难以管理的问题。</a:t>
            </a:r>
            <a:endParaRPr lang="en-US" altLang="zh-CN" sz="1700" dirty="0">
              <a:solidFill>
                <a:schemeClr val="tx1"/>
              </a:solidFill>
              <a:latin typeface="微软雅黑" panose="020B0503020204020204" pitchFamily="34" charset="-122"/>
              <a:ea typeface="微软雅黑" panose="020B0503020204020204" pitchFamily="34" charset="-122"/>
              <a:sym typeface="+mn-ea"/>
            </a:endParaRPr>
          </a:p>
        </p:txBody>
      </p:sp>
      <p:sp>
        <p:nvSpPr>
          <p:cNvPr id="7" name="圆角矩形 52">
            <a:extLst>
              <a:ext uri="{FF2B5EF4-FFF2-40B4-BE49-F238E27FC236}">
                <a16:creationId xmlns:a16="http://schemas.microsoft.com/office/drawing/2014/main" id="{C516B2AC-1C61-41BA-91F2-F1CF0D2CE433}"/>
              </a:ext>
            </a:extLst>
          </p:cNvPr>
          <p:cNvSpPr>
            <a:spLocks noChangeArrowheads="1"/>
          </p:cNvSpPr>
          <p:nvPr/>
        </p:nvSpPr>
        <p:spPr bwMode="auto">
          <a:xfrm>
            <a:off x="153077" y="5952328"/>
            <a:ext cx="670560" cy="848360"/>
          </a:xfrm>
          <a:prstGeom prst="roundRect">
            <a:avLst>
              <a:gd name="adj" fmla="val 11204"/>
            </a:avLst>
          </a:prstGeom>
          <a:solidFill>
            <a:srgbClr val="4CA6A6"/>
          </a:solidFill>
          <a:ln w="9525">
            <a:noFill/>
            <a:round/>
          </a:ln>
        </p:spPr>
        <p:txBody>
          <a:bodyPr lIns="0" anchor="ctr"/>
          <a:lstStyle/>
          <a:p>
            <a:pPr algn="ctr"/>
            <a:endParaRPr lang="zh-CN" altLang="en-US" sz="1500" b="1" dirty="0">
              <a:solidFill>
                <a:schemeClr val="bg1"/>
              </a:solidFill>
              <a:latin typeface="微软雅黑" panose="020B0503020204020204" pitchFamily="34" charset="-122"/>
              <a:ea typeface="微软雅黑" panose="020B0503020204020204" pitchFamily="34" charset="-122"/>
            </a:endParaRPr>
          </a:p>
        </p:txBody>
      </p:sp>
      <p:grpSp>
        <p:nvGrpSpPr>
          <p:cNvPr id="9" name="Group 40">
            <a:extLst>
              <a:ext uri="{FF2B5EF4-FFF2-40B4-BE49-F238E27FC236}">
                <a16:creationId xmlns:a16="http://schemas.microsoft.com/office/drawing/2014/main" id="{264065C0-865C-41FC-B64F-BE3F9B909276}"/>
              </a:ext>
            </a:extLst>
          </p:cNvPr>
          <p:cNvGrpSpPr/>
          <p:nvPr/>
        </p:nvGrpSpPr>
        <p:grpSpPr bwMode="auto">
          <a:xfrm rot="5400000">
            <a:off x="574717" y="6155528"/>
            <a:ext cx="517525" cy="457835"/>
            <a:chOff x="0" y="0"/>
            <a:chExt cx="312" cy="420"/>
          </a:xfrm>
        </p:grpSpPr>
        <p:grpSp>
          <p:nvGrpSpPr>
            <p:cNvPr id="10" name="Group 41">
              <a:extLst>
                <a:ext uri="{FF2B5EF4-FFF2-40B4-BE49-F238E27FC236}">
                  <a16:creationId xmlns:a16="http://schemas.microsoft.com/office/drawing/2014/main" id="{2EB4B73C-F91F-435F-B2E9-E8C9A6482B2B}"/>
                </a:ext>
              </a:extLst>
            </p:cNvPr>
            <p:cNvGrpSpPr/>
            <p:nvPr/>
          </p:nvGrpSpPr>
          <p:grpSpPr bwMode="auto">
            <a:xfrm>
              <a:off x="182" y="2"/>
              <a:ext cx="130" cy="418"/>
              <a:chOff x="0" y="0"/>
              <a:chExt cx="130" cy="418"/>
            </a:xfrm>
          </p:grpSpPr>
          <p:sp>
            <p:nvSpPr>
              <p:cNvPr id="15" name="Oval 31">
                <a:extLst>
                  <a:ext uri="{FF2B5EF4-FFF2-40B4-BE49-F238E27FC236}">
                    <a16:creationId xmlns:a16="http://schemas.microsoft.com/office/drawing/2014/main" id="{B598DA3E-CDF2-4D3C-B0FB-886600A52FE3}"/>
                  </a:ext>
                </a:extLst>
              </p:cNvPr>
              <p:cNvSpPr>
                <a:spLocks noChangeArrowheads="1"/>
              </p:cNvSpPr>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6" name="Oval 32">
                <a:extLst>
                  <a:ext uri="{FF2B5EF4-FFF2-40B4-BE49-F238E27FC236}">
                    <a16:creationId xmlns:a16="http://schemas.microsoft.com/office/drawing/2014/main" id="{FECD3F87-307C-4712-AD36-07FEB3DC83FD}"/>
                  </a:ext>
                </a:extLst>
              </p:cNvPr>
              <p:cNvSpPr>
                <a:spLocks noChangeArrowheads="1"/>
              </p:cNvSpPr>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7" name="AutoShape 33">
                <a:extLst>
                  <a:ext uri="{FF2B5EF4-FFF2-40B4-BE49-F238E27FC236}">
                    <a16:creationId xmlns:a16="http://schemas.microsoft.com/office/drawing/2014/main" id="{052D9CAE-F520-4AE1-BA76-E1425BE6B61C}"/>
                  </a:ext>
                </a:extLst>
              </p:cNvPr>
              <p:cNvSpPr>
                <a:spLocks noChangeArrowheads="1"/>
              </p:cNvSpPr>
              <p:nvPr/>
            </p:nvSpPr>
            <p:spPr bwMode="auto">
              <a:xfrm>
                <a:off x="36" y="72"/>
                <a:ext cx="62" cy="300"/>
              </a:xfrm>
              <a:prstGeom prst="roundRect">
                <a:avLst>
                  <a:gd name="adj" fmla="val 50000"/>
                </a:avLst>
              </a:prstGeom>
              <a:gradFill rotWithShape="1">
                <a:gsLst>
                  <a:gs pos="0">
                    <a:srgbClr val="B2B2B2"/>
                  </a:gs>
                  <a:gs pos="50000">
                    <a:srgbClr val="EAEAEA"/>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nvGrpSpPr>
            <p:cNvPr id="11" name="Group 45">
              <a:extLst>
                <a:ext uri="{FF2B5EF4-FFF2-40B4-BE49-F238E27FC236}">
                  <a16:creationId xmlns:a16="http://schemas.microsoft.com/office/drawing/2014/main" id="{53D42A23-4696-4D25-9E33-32A9D95E0AB5}"/>
                </a:ext>
              </a:extLst>
            </p:cNvPr>
            <p:cNvGrpSpPr/>
            <p:nvPr/>
          </p:nvGrpSpPr>
          <p:grpSpPr bwMode="auto">
            <a:xfrm>
              <a:off x="0" y="0"/>
              <a:ext cx="130" cy="418"/>
              <a:chOff x="0" y="0"/>
              <a:chExt cx="130" cy="418"/>
            </a:xfrm>
          </p:grpSpPr>
          <p:sp>
            <p:nvSpPr>
              <p:cNvPr id="12" name="Oval 35">
                <a:extLst>
                  <a:ext uri="{FF2B5EF4-FFF2-40B4-BE49-F238E27FC236}">
                    <a16:creationId xmlns:a16="http://schemas.microsoft.com/office/drawing/2014/main" id="{32030319-3432-44B9-957E-4F4DF7524EEB}"/>
                  </a:ext>
                </a:extLst>
              </p:cNvPr>
              <p:cNvSpPr>
                <a:spLocks noChangeArrowheads="1"/>
              </p:cNvSpPr>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3" name="Oval 36">
                <a:extLst>
                  <a:ext uri="{FF2B5EF4-FFF2-40B4-BE49-F238E27FC236}">
                    <a16:creationId xmlns:a16="http://schemas.microsoft.com/office/drawing/2014/main" id="{734AE0D0-5618-4BC4-9079-70B4DF5FACF9}"/>
                  </a:ext>
                </a:extLst>
              </p:cNvPr>
              <p:cNvSpPr>
                <a:spLocks noChangeArrowheads="1"/>
              </p:cNvSpPr>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4" name="AutoShape 37">
                <a:extLst>
                  <a:ext uri="{FF2B5EF4-FFF2-40B4-BE49-F238E27FC236}">
                    <a16:creationId xmlns:a16="http://schemas.microsoft.com/office/drawing/2014/main" id="{E046E924-3200-4D63-A575-1CE0FB9E4297}"/>
                  </a:ext>
                </a:extLst>
              </p:cNvPr>
              <p:cNvSpPr>
                <a:spLocks noChangeArrowheads="1"/>
              </p:cNvSpPr>
              <p:nvPr/>
            </p:nvSpPr>
            <p:spPr bwMode="auto">
              <a:xfrm>
                <a:off x="36" y="72"/>
                <a:ext cx="62" cy="300"/>
              </a:xfrm>
              <a:prstGeom prst="roundRect">
                <a:avLst>
                  <a:gd name="adj" fmla="val 50000"/>
                </a:avLst>
              </a:prstGeom>
              <a:gradFill rotWithShape="1">
                <a:gsLst>
                  <a:gs pos="0">
                    <a:srgbClr val="B2B2B2"/>
                  </a:gs>
                  <a:gs pos="50000">
                    <a:srgbClr val="FFFFFF"/>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sp>
        <p:nvSpPr>
          <p:cNvPr id="18" name="文本框 17">
            <a:extLst>
              <a:ext uri="{FF2B5EF4-FFF2-40B4-BE49-F238E27FC236}">
                <a16:creationId xmlns:a16="http://schemas.microsoft.com/office/drawing/2014/main" id="{DFF4FEC5-E0CC-40A8-A914-763A81639584}"/>
              </a:ext>
            </a:extLst>
          </p:cNvPr>
          <p:cNvSpPr txBox="1"/>
          <p:nvPr/>
        </p:nvSpPr>
        <p:spPr>
          <a:xfrm>
            <a:off x="203242" y="6028528"/>
            <a:ext cx="267335" cy="692497"/>
          </a:xfrm>
          <a:prstGeom prst="rect">
            <a:avLst/>
          </a:prstGeom>
          <a:noFill/>
        </p:spPr>
        <p:txBody>
          <a:bodyPr wrap="square" rtlCol="0">
            <a:spAutoFit/>
          </a:bodyPr>
          <a:lstStyle/>
          <a:p>
            <a:pPr>
              <a:spcAft>
                <a:spcPts val="600"/>
              </a:spcAft>
            </a:pPr>
            <a:r>
              <a:rPr lang="zh-CN" altLang="en-US" sz="1700" dirty="0">
                <a:solidFill>
                  <a:schemeClr val="bg1"/>
                </a:solidFill>
                <a:latin typeface="微软雅黑" panose="020B0503020204020204" pitchFamily="34" charset="-122"/>
                <a:ea typeface="微软雅黑" panose="020B0503020204020204" pitchFamily="34" charset="-122"/>
              </a:rPr>
              <a:t>结</a:t>
            </a:r>
            <a:endParaRPr lang="en-US" altLang="zh-CN" sz="1700" dirty="0">
              <a:solidFill>
                <a:schemeClr val="bg1"/>
              </a:solidFill>
              <a:latin typeface="微软雅黑" panose="020B0503020204020204" pitchFamily="34" charset="-122"/>
              <a:ea typeface="微软雅黑" panose="020B0503020204020204" pitchFamily="34" charset="-122"/>
            </a:endParaRPr>
          </a:p>
          <a:p>
            <a:r>
              <a:rPr lang="zh-CN" altLang="en-US" sz="1700" dirty="0">
                <a:solidFill>
                  <a:schemeClr val="bg1"/>
                </a:solidFill>
                <a:latin typeface="微软雅黑" panose="020B0503020204020204" pitchFamily="34" charset="-122"/>
                <a:ea typeface="微软雅黑" panose="020B0503020204020204" pitchFamily="34" charset="-122"/>
              </a:rPr>
              <a:t>论</a:t>
            </a:r>
          </a:p>
        </p:txBody>
      </p:sp>
    </p:spTree>
    <p:extLst>
      <p:ext uri="{BB962C8B-B14F-4D97-AF65-F5344CB8AC3E}">
        <p14:creationId xmlns:p14="http://schemas.microsoft.com/office/powerpoint/2010/main" val="24559662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extLst>
              <p:ext uri="{D42A27DB-BD31-4B8C-83A1-F6EECF244321}">
                <p14:modId xmlns:p14="http://schemas.microsoft.com/office/powerpoint/2010/main" val="3804100095"/>
              </p:ext>
            </p:extLst>
          </p:nvPr>
        </p:nvGraphicFramePr>
        <p:xfrm>
          <a:off x="295275" y="1416604"/>
          <a:ext cx="8025626" cy="4595000"/>
        </p:xfrm>
        <a:graphic>
          <a:graphicData uri="http://schemas.openxmlformats.org/drawingml/2006/table">
            <a:tbl>
              <a:tblPr firstRow="1" bandRow="1">
                <a:tableStyleId>{5C22544A-7EE6-4342-B048-85BDC9FD1C3A}</a:tableStyleId>
              </a:tblPr>
              <a:tblGrid>
                <a:gridCol w="1898118">
                  <a:extLst>
                    <a:ext uri="{9D8B030D-6E8A-4147-A177-3AD203B41FA5}">
                      <a16:colId xmlns:a16="http://schemas.microsoft.com/office/drawing/2014/main" val="20002"/>
                    </a:ext>
                  </a:extLst>
                </a:gridCol>
                <a:gridCol w="3114342">
                  <a:extLst>
                    <a:ext uri="{9D8B030D-6E8A-4147-A177-3AD203B41FA5}">
                      <a16:colId xmlns:a16="http://schemas.microsoft.com/office/drawing/2014/main" val="20003"/>
                    </a:ext>
                  </a:extLst>
                </a:gridCol>
                <a:gridCol w="3013166">
                  <a:extLst>
                    <a:ext uri="{9D8B030D-6E8A-4147-A177-3AD203B41FA5}">
                      <a16:colId xmlns:a16="http://schemas.microsoft.com/office/drawing/2014/main" val="20004"/>
                    </a:ext>
                  </a:extLst>
                </a:gridCol>
              </a:tblGrid>
              <a:tr h="213284">
                <a:tc>
                  <a:txBody>
                    <a:bodyPr/>
                    <a:lstStyle/>
                    <a:p>
                      <a:pPr algn="ctr">
                        <a:buNone/>
                      </a:pPr>
                      <a:r>
                        <a:rPr lang="zh-CN" altLang="en-US" sz="1400" dirty="0">
                          <a:latin typeface="微软雅黑" panose="020B0503020204020204" pitchFamily="34" charset="-122"/>
                          <a:ea typeface="微软雅黑" panose="020B0503020204020204" pitchFamily="34" charset="-122"/>
                        </a:rPr>
                        <a:t>相关工作</a:t>
                      </a:r>
                      <a:endParaRPr sz="1400" dirty="0"/>
                    </a:p>
                  </a:txBody>
                  <a:tcPr marL="68608" marR="68608" marT="34304" marB="34304" anchor="ctr"/>
                </a:tc>
                <a:tc>
                  <a:txBody>
                    <a:bodyPr/>
                    <a:lstStyle/>
                    <a:p>
                      <a:pPr algn="ctr">
                        <a:buNone/>
                      </a:pPr>
                      <a:r>
                        <a:rPr lang="zh-CN" altLang="en-US" sz="1400" dirty="0">
                          <a:latin typeface="微软雅黑" panose="020B0503020204020204" pitchFamily="34" charset="-122"/>
                          <a:ea typeface="微软雅黑" panose="020B0503020204020204" pitchFamily="34" charset="-122"/>
                        </a:rPr>
                        <a:t>相关工作描述</a:t>
                      </a:r>
                      <a:endParaRPr sz="1400" dirty="0"/>
                    </a:p>
                  </a:txBody>
                  <a:tcPr marL="68608" marR="68608" marT="34304" marB="34304" anchor="ctr"/>
                </a:tc>
                <a:tc>
                  <a:txBody>
                    <a:bodyPr/>
                    <a:lstStyle/>
                    <a:p>
                      <a:pPr algn="ctr">
                        <a:buNone/>
                      </a:pPr>
                      <a:r>
                        <a:rPr lang="zh-CN" altLang="en-US" sz="1400" dirty="0">
                          <a:latin typeface="微软雅黑" panose="020B0503020204020204" pitchFamily="34" charset="-122"/>
                          <a:ea typeface="微软雅黑" panose="020B0503020204020204" pitchFamily="34" charset="-122"/>
                        </a:rPr>
                        <a:t>分析</a:t>
                      </a:r>
                      <a:endParaRPr lang="x-none" altLang="zh-CN" sz="1400" dirty="0">
                        <a:latin typeface="微软雅黑" panose="020B0503020204020204" pitchFamily="34" charset="-122"/>
                        <a:ea typeface="微软雅黑" panose="020B0503020204020204" pitchFamily="34" charset="-122"/>
                      </a:endParaRPr>
                    </a:p>
                  </a:txBody>
                  <a:tcPr marL="68608" marR="68608" marT="34304" marB="34304" anchor="ctr"/>
                </a:tc>
                <a:extLst>
                  <a:ext uri="{0D108BD9-81ED-4DB2-BD59-A6C34878D82A}">
                    <a16:rowId xmlns:a16="http://schemas.microsoft.com/office/drawing/2014/main" val="10000"/>
                  </a:ext>
                </a:extLst>
              </a:tr>
              <a:tr h="644602">
                <a:tc>
                  <a:txBody>
                    <a:bodyPr/>
                    <a:lstStyle/>
                    <a:p>
                      <a:pPr algn="ctr">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《Supporting preemptive task executions and memory copies</a:t>
                      </a:r>
                      <a:r>
                        <a:rPr lang="en-US" altLang="zh-CN" sz="14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in GPGPUs</a:t>
                      </a: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endParaRPr sz="14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lnSpc>
                          <a:spcPct val="125000"/>
                        </a:lnSpc>
                        <a:buNone/>
                      </a:pPr>
                      <a:r>
                        <a:rPr lang="en-US"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Basaran</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等人提出一种可抢占</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模型，允许实时性要求高的计算任务抢占低优先级计算任务的数据传输过程，并将</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 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划分为多个子</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，达到控制</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执行时间的目的。</a:t>
                      </a:r>
                      <a:endParaRPr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buNone/>
                      </a:pP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本质上并未提高</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的资源利用率，当低优先级的任务被抢占时，可能使其逐渐变成高优先级的任务。</a:t>
                      </a:r>
                      <a:endParaRPr lang="x-none" altLang="zh-CN" sz="1100" b="0" kern="12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2461527395"/>
                  </a:ext>
                </a:extLst>
              </a:tr>
              <a:tr h="644602">
                <a:tc>
                  <a:txBody>
                    <a:bodyPr/>
                    <a:lstStyle/>
                    <a:p>
                      <a:pPr marL="0" algn="ctr" defTabSz="685800" rtl="0" eaLnBrk="1" latinLnBrk="0" hangingPunct="1">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《Improving GPGPU concurrency with elastic kernels》</a:t>
                      </a:r>
                      <a:endParaRPr sz="14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lnSpc>
                          <a:spcPct val="125000"/>
                        </a:lnSpc>
                        <a:buNone/>
                      </a:pPr>
                      <a:r>
                        <a:rPr lang="en-US"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Pai</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等人提出一种</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”elastic 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的概念，在</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运行时确定分配的</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计算资源量，并且利用分块大数据传输，减少数据传输的串行化。</a:t>
                      </a:r>
                      <a:endParaRPr 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buNone/>
                      </a:pP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弹性分配</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计算资源在一定程度上可以提高</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性能利用率，但在多</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任务并行的情况下分配策略是个难题，并且此方法未能利用</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Hyper-Q</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技术，交叉内存传输会阻碍降低有效传输时延。</a:t>
                      </a:r>
                      <a:endParaRPr lang="x-none" altLang="zh-CN" sz="1100" b="0" kern="12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10001"/>
                  </a:ext>
                </a:extLst>
              </a:tr>
              <a:tr h="644602">
                <a:tc>
                  <a:txBody>
                    <a:bodyPr/>
                    <a:lstStyle/>
                    <a:p>
                      <a:pPr marL="0" algn="ctr" defTabSz="685800" rtl="0" eaLnBrk="1" latinLnBrk="0" hangingPunct="1">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《Symbiotic scheduling of concurrent GPU kernels for performance and energy optimizations》</a:t>
                      </a:r>
                      <a:endParaRPr lang="zh-CN" altLang="en-US" sz="14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lnSpc>
                          <a:spcPct val="125000"/>
                        </a:lnSpc>
                        <a:buNone/>
                      </a:pPr>
                      <a:r>
                        <a:rPr 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Li</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等人提出一种贪心算法，通过检查相对</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资源利用率来计算两个</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间的共生指数，将共生指数最高的</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调度一起并发执行。</a:t>
                      </a:r>
                      <a:endParaRPr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buNone/>
                      </a:pP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根据共生指数调度</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能达到近乎完美的运行序列，但是它未考虑</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资源过载的调度策略，使得最终的调度几乎总是串行执行，并且调度策略未考虑任务的实时性，在海量数据处理中容易造成任务饥饿。</a:t>
                      </a:r>
                      <a:endParaRPr lang="x-none" altLang="zh-CN" sz="1100" b="0" kern="12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2626896147"/>
                  </a:ext>
                </a:extLst>
              </a:tr>
              <a:tr h="644602">
                <a:tc>
                  <a:txBody>
                    <a:bodyPr/>
                    <a:lstStyle/>
                    <a:p>
                      <a:pPr marL="0" algn="ctr" defTabSz="685800" rtl="0" eaLnBrk="1" latinLnBrk="0" hangingPunct="1">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《Effective Utilization of CUDA Hyper-Q for Improved</a:t>
                      </a:r>
                    </a:p>
                    <a:p>
                      <a:pPr marL="0" algn="ctr" defTabSz="685800" rtl="0" eaLnBrk="1" latinLnBrk="0" hangingPunct="1">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Power and Performance Efficiency》</a:t>
                      </a:r>
                    </a:p>
                    <a:p>
                      <a:pPr marL="0" algn="ctr" defTabSz="685800" rtl="0" eaLnBrk="1" latinLnBrk="0" hangingPunct="1">
                        <a:buNone/>
                      </a:pPr>
                      <a:endParaRPr sz="14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marL="0" marR="0" lvl="0" indent="0" algn="l" defTabSz="685800" rtl="0" eaLnBrk="1" fontAlgn="auto" latinLnBrk="0" hangingPunct="1">
                        <a:lnSpc>
                          <a:spcPct val="125000"/>
                        </a:lnSpc>
                        <a:spcBef>
                          <a:spcPts val="0"/>
                        </a:spcBef>
                        <a:spcAft>
                          <a:spcPts val="0"/>
                        </a:spcAft>
                        <a:buClrTx/>
                        <a:buSzTx/>
                        <a:buFontTx/>
                        <a:buNone/>
                        <a:tabLst/>
                        <a:defRPr/>
                      </a:pP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Ryan</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等人提出一系列高效利用</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Hyper-Q</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技术的优化方案，包括</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懒调度</a:t>
                      </a:r>
                      <a:r>
                        <a:rPr lang="en-US" altLang="zh-CN"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按硬件接受到的队列执行任务、使用互斥锁保证传输队列不序列化以及交错进行。</a:t>
                      </a:r>
                      <a:endParaRPr lang="zh-CN" altLang="en-US" sz="11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方法较简单，没有考虑任务的时效性仅从任务的资源需求出发调度，但减少数据传输竞争，提高有效数据传输时间，在一定程度上能提高</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的资源利用率。</a:t>
                      </a:r>
                      <a:endParaRPr lang="en-US" altLang="zh-CN"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3085049533"/>
                  </a:ext>
                </a:extLst>
              </a:tr>
            </a:tbl>
          </a:graphicData>
        </a:graphic>
      </p:graphicFrame>
      <p:sp>
        <p:nvSpPr>
          <p:cNvPr id="4"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国内外研究现状</a:t>
            </a:r>
            <a:r>
              <a:rPr lang="en-US" altLang="zh-CN" sz="3000" dirty="0" smtClean="0">
                <a:solidFill>
                  <a:schemeClr val="bg1"/>
                </a:solidFill>
                <a:latin typeface="微软雅黑" panose="020B0503020204020204" pitchFamily="34" charset="-122"/>
                <a:ea typeface="微软雅黑" panose="020B0503020204020204" pitchFamily="34" charset="-122"/>
                <a:cs typeface="+mn-cs"/>
                <a:sym typeface="+mn-ea"/>
              </a:rPr>
              <a:t>-GPU</a:t>
            </a:r>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任务调度策略</a:t>
            </a:r>
            <a:endParaRPr lang="zh-CN" altLang="en-US" sz="30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5" name="圆角矩形 44">
            <a:extLst>
              <a:ext uri="{FF2B5EF4-FFF2-40B4-BE49-F238E27FC236}">
                <a16:creationId xmlns:a16="http://schemas.microsoft.com/office/drawing/2014/main" id="{434859CA-4A52-4B44-82C1-91601F740A51}"/>
              </a:ext>
            </a:extLst>
          </p:cNvPr>
          <p:cNvSpPr/>
          <p:nvPr/>
        </p:nvSpPr>
        <p:spPr>
          <a:xfrm>
            <a:off x="869357" y="5995069"/>
            <a:ext cx="7938474" cy="805619"/>
          </a:xfrm>
          <a:prstGeom prst="roundRect">
            <a:avLst/>
          </a:prstGeom>
          <a:solidFill>
            <a:schemeClr val="accent1">
              <a:lumMod val="20000"/>
              <a:lumOff val="80000"/>
            </a:schemeClr>
          </a:solidFill>
          <a:ln w="19050">
            <a:solidFill>
              <a:schemeClr val="accent1">
                <a:lumMod val="60000"/>
                <a:lumOff val="40000"/>
              </a:schemeClr>
            </a:solidFill>
            <a:miter lim="800000"/>
          </a:ln>
        </p:spPr>
        <p:txBody>
          <a:bodyPr anchor="ctr" anchorCtr="0"/>
          <a:lstStyle/>
          <a:p>
            <a:pPr marL="108000" fontAlgn="ctr">
              <a:spcBef>
                <a:spcPts val="0"/>
              </a:spcBef>
              <a:spcAft>
                <a:spcPts val="600"/>
              </a:spcAft>
            </a:pPr>
            <a:r>
              <a:rPr lang="zh-CN" altLang="en-US" sz="1700" dirty="0">
                <a:solidFill>
                  <a:schemeClr val="tx1"/>
                </a:solidFill>
                <a:latin typeface="微软雅黑" panose="020B0503020204020204" pitchFamily="34" charset="-122"/>
                <a:ea typeface="微软雅黑" panose="020B0503020204020204" pitchFamily="34" charset="-122"/>
                <a:sym typeface="+mn-ea"/>
              </a:rPr>
              <a:t>现有的</a:t>
            </a:r>
            <a:r>
              <a:rPr lang="en-US" altLang="zh-CN" sz="1700" dirty="0">
                <a:solidFill>
                  <a:schemeClr val="tx1"/>
                </a:solidFill>
                <a:latin typeface="微软雅黑" panose="020B0503020204020204" pitchFamily="34" charset="-122"/>
                <a:ea typeface="微软雅黑" panose="020B0503020204020204" pitchFamily="34" charset="-122"/>
                <a:sym typeface="+mn-ea"/>
              </a:rPr>
              <a:t>GPU</a:t>
            </a:r>
            <a:r>
              <a:rPr lang="zh-CN" altLang="en-US" sz="1700" dirty="0">
                <a:solidFill>
                  <a:schemeClr val="tx1"/>
                </a:solidFill>
                <a:latin typeface="微软雅黑" panose="020B0503020204020204" pitchFamily="34" charset="-122"/>
                <a:ea typeface="微软雅黑" panose="020B0503020204020204" pitchFamily="34" charset="-122"/>
                <a:sym typeface="+mn-ea"/>
              </a:rPr>
              <a:t>任务调度主要通过修改</a:t>
            </a:r>
            <a:r>
              <a:rPr lang="en-US" altLang="zh-CN" sz="1700" dirty="0">
                <a:solidFill>
                  <a:schemeClr val="tx1"/>
                </a:solidFill>
                <a:latin typeface="微软雅黑" panose="020B0503020204020204" pitchFamily="34" charset="-122"/>
                <a:ea typeface="微软雅黑" panose="020B0503020204020204" pitchFamily="34" charset="-122"/>
                <a:sym typeface="+mn-ea"/>
              </a:rPr>
              <a:t>kernel</a:t>
            </a:r>
            <a:r>
              <a:rPr lang="zh-CN" altLang="en-US" sz="1700" dirty="0">
                <a:solidFill>
                  <a:schemeClr val="tx1"/>
                </a:solidFill>
                <a:latin typeface="微软雅黑" panose="020B0503020204020204" pitchFamily="34" charset="-122"/>
                <a:ea typeface="微软雅黑" panose="020B0503020204020204" pitchFamily="34" charset="-122"/>
                <a:sym typeface="+mn-ea"/>
              </a:rPr>
              <a:t>运行时的参数配置达到任务并发，这在一定程度上会影响程序的执行路径</a:t>
            </a:r>
            <a:r>
              <a:rPr lang="zh-CN" altLang="en-US" sz="1700" dirty="0" smtClean="0">
                <a:solidFill>
                  <a:schemeClr val="tx1"/>
                </a:solidFill>
                <a:latin typeface="微软雅黑" panose="020B0503020204020204" pitchFamily="34" charset="-122"/>
                <a:ea typeface="微软雅黑" panose="020B0503020204020204" pitchFamily="34" charset="-122"/>
                <a:sym typeface="+mn-ea"/>
              </a:rPr>
              <a:t>，为维护结果一致性需要较大的开销</a:t>
            </a:r>
            <a:endParaRPr lang="en-US" altLang="zh-CN" sz="1700" dirty="0">
              <a:solidFill>
                <a:schemeClr val="tx1"/>
              </a:solidFill>
              <a:latin typeface="微软雅黑" panose="020B0503020204020204" pitchFamily="34" charset="-122"/>
              <a:ea typeface="微软雅黑" panose="020B0503020204020204" pitchFamily="34" charset="-122"/>
              <a:sym typeface="+mn-ea"/>
            </a:endParaRPr>
          </a:p>
        </p:txBody>
      </p:sp>
      <p:sp>
        <p:nvSpPr>
          <p:cNvPr id="6" name="圆角矩形 52">
            <a:extLst>
              <a:ext uri="{FF2B5EF4-FFF2-40B4-BE49-F238E27FC236}">
                <a16:creationId xmlns:a16="http://schemas.microsoft.com/office/drawing/2014/main" id="{C516B2AC-1C61-41BA-91F2-F1CF0D2CE433}"/>
              </a:ext>
            </a:extLst>
          </p:cNvPr>
          <p:cNvSpPr>
            <a:spLocks noChangeArrowheads="1"/>
          </p:cNvSpPr>
          <p:nvPr/>
        </p:nvSpPr>
        <p:spPr bwMode="auto">
          <a:xfrm>
            <a:off x="153077" y="5952328"/>
            <a:ext cx="670560" cy="848360"/>
          </a:xfrm>
          <a:prstGeom prst="roundRect">
            <a:avLst>
              <a:gd name="adj" fmla="val 11204"/>
            </a:avLst>
          </a:prstGeom>
          <a:solidFill>
            <a:srgbClr val="4CA6A6"/>
          </a:solidFill>
          <a:ln w="9525">
            <a:noFill/>
            <a:round/>
          </a:ln>
        </p:spPr>
        <p:txBody>
          <a:bodyPr lIns="0" anchor="ctr"/>
          <a:lstStyle/>
          <a:p>
            <a:pPr algn="ctr"/>
            <a:endParaRPr lang="zh-CN" altLang="en-US" sz="1500" b="1" dirty="0">
              <a:solidFill>
                <a:schemeClr val="bg1"/>
              </a:solidFill>
              <a:latin typeface="微软雅黑" panose="020B0503020204020204" pitchFamily="34" charset="-122"/>
              <a:ea typeface="微软雅黑" panose="020B0503020204020204" pitchFamily="34" charset="-122"/>
            </a:endParaRPr>
          </a:p>
        </p:txBody>
      </p:sp>
      <p:grpSp>
        <p:nvGrpSpPr>
          <p:cNvPr id="7" name="Group 40">
            <a:extLst>
              <a:ext uri="{FF2B5EF4-FFF2-40B4-BE49-F238E27FC236}">
                <a16:creationId xmlns:a16="http://schemas.microsoft.com/office/drawing/2014/main" id="{264065C0-865C-41FC-B64F-BE3F9B909276}"/>
              </a:ext>
            </a:extLst>
          </p:cNvPr>
          <p:cNvGrpSpPr/>
          <p:nvPr/>
        </p:nvGrpSpPr>
        <p:grpSpPr bwMode="auto">
          <a:xfrm rot="5400000">
            <a:off x="574717" y="6155528"/>
            <a:ext cx="517525" cy="457835"/>
            <a:chOff x="0" y="0"/>
            <a:chExt cx="312" cy="420"/>
          </a:xfrm>
        </p:grpSpPr>
        <p:grpSp>
          <p:nvGrpSpPr>
            <p:cNvPr id="8" name="Group 41">
              <a:extLst>
                <a:ext uri="{FF2B5EF4-FFF2-40B4-BE49-F238E27FC236}">
                  <a16:creationId xmlns:a16="http://schemas.microsoft.com/office/drawing/2014/main" id="{2EB4B73C-F91F-435F-B2E9-E8C9A6482B2B}"/>
                </a:ext>
              </a:extLst>
            </p:cNvPr>
            <p:cNvGrpSpPr/>
            <p:nvPr/>
          </p:nvGrpSpPr>
          <p:grpSpPr bwMode="auto">
            <a:xfrm>
              <a:off x="182" y="2"/>
              <a:ext cx="130" cy="418"/>
              <a:chOff x="0" y="0"/>
              <a:chExt cx="130" cy="418"/>
            </a:xfrm>
          </p:grpSpPr>
          <p:sp>
            <p:nvSpPr>
              <p:cNvPr id="13" name="Oval 31">
                <a:extLst>
                  <a:ext uri="{FF2B5EF4-FFF2-40B4-BE49-F238E27FC236}">
                    <a16:creationId xmlns:a16="http://schemas.microsoft.com/office/drawing/2014/main" id="{B598DA3E-CDF2-4D3C-B0FB-886600A52FE3}"/>
                  </a:ext>
                </a:extLst>
              </p:cNvPr>
              <p:cNvSpPr>
                <a:spLocks noChangeArrowheads="1"/>
              </p:cNvSpPr>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4" name="Oval 32">
                <a:extLst>
                  <a:ext uri="{FF2B5EF4-FFF2-40B4-BE49-F238E27FC236}">
                    <a16:creationId xmlns:a16="http://schemas.microsoft.com/office/drawing/2014/main" id="{FECD3F87-307C-4712-AD36-07FEB3DC83FD}"/>
                  </a:ext>
                </a:extLst>
              </p:cNvPr>
              <p:cNvSpPr>
                <a:spLocks noChangeArrowheads="1"/>
              </p:cNvSpPr>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5" name="AutoShape 33">
                <a:extLst>
                  <a:ext uri="{FF2B5EF4-FFF2-40B4-BE49-F238E27FC236}">
                    <a16:creationId xmlns:a16="http://schemas.microsoft.com/office/drawing/2014/main" id="{052D9CAE-F520-4AE1-BA76-E1425BE6B61C}"/>
                  </a:ext>
                </a:extLst>
              </p:cNvPr>
              <p:cNvSpPr>
                <a:spLocks noChangeArrowheads="1"/>
              </p:cNvSpPr>
              <p:nvPr/>
            </p:nvSpPr>
            <p:spPr bwMode="auto">
              <a:xfrm>
                <a:off x="36" y="72"/>
                <a:ext cx="62" cy="300"/>
              </a:xfrm>
              <a:prstGeom prst="roundRect">
                <a:avLst>
                  <a:gd name="adj" fmla="val 50000"/>
                </a:avLst>
              </a:prstGeom>
              <a:gradFill rotWithShape="1">
                <a:gsLst>
                  <a:gs pos="0">
                    <a:srgbClr val="B2B2B2"/>
                  </a:gs>
                  <a:gs pos="50000">
                    <a:srgbClr val="EAEAEA"/>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nvGrpSpPr>
            <p:cNvPr id="9" name="Group 45">
              <a:extLst>
                <a:ext uri="{FF2B5EF4-FFF2-40B4-BE49-F238E27FC236}">
                  <a16:creationId xmlns:a16="http://schemas.microsoft.com/office/drawing/2014/main" id="{53D42A23-4696-4D25-9E33-32A9D95E0AB5}"/>
                </a:ext>
              </a:extLst>
            </p:cNvPr>
            <p:cNvGrpSpPr/>
            <p:nvPr/>
          </p:nvGrpSpPr>
          <p:grpSpPr bwMode="auto">
            <a:xfrm>
              <a:off x="0" y="0"/>
              <a:ext cx="130" cy="418"/>
              <a:chOff x="0" y="0"/>
              <a:chExt cx="130" cy="418"/>
            </a:xfrm>
          </p:grpSpPr>
          <p:sp>
            <p:nvSpPr>
              <p:cNvPr id="10" name="Oval 35">
                <a:extLst>
                  <a:ext uri="{FF2B5EF4-FFF2-40B4-BE49-F238E27FC236}">
                    <a16:creationId xmlns:a16="http://schemas.microsoft.com/office/drawing/2014/main" id="{32030319-3432-44B9-957E-4F4DF7524EEB}"/>
                  </a:ext>
                </a:extLst>
              </p:cNvPr>
              <p:cNvSpPr>
                <a:spLocks noChangeArrowheads="1"/>
              </p:cNvSpPr>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1" name="Oval 36">
                <a:extLst>
                  <a:ext uri="{FF2B5EF4-FFF2-40B4-BE49-F238E27FC236}">
                    <a16:creationId xmlns:a16="http://schemas.microsoft.com/office/drawing/2014/main" id="{734AE0D0-5618-4BC4-9079-70B4DF5FACF9}"/>
                  </a:ext>
                </a:extLst>
              </p:cNvPr>
              <p:cNvSpPr>
                <a:spLocks noChangeArrowheads="1"/>
              </p:cNvSpPr>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2" name="AutoShape 37">
                <a:extLst>
                  <a:ext uri="{FF2B5EF4-FFF2-40B4-BE49-F238E27FC236}">
                    <a16:creationId xmlns:a16="http://schemas.microsoft.com/office/drawing/2014/main" id="{E046E924-3200-4D63-A575-1CE0FB9E4297}"/>
                  </a:ext>
                </a:extLst>
              </p:cNvPr>
              <p:cNvSpPr>
                <a:spLocks noChangeArrowheads="1"/>
              </p:cNvSpPr>
              <p:nvPr/>
            </p:nvSpPr>
            <p:spPr bwMode="auto">
              <a:xfrm>
                <a:off x="36" y="72"/>
                <a:ext cx="62" cy="300"/>
              </a:xfrm>
              <a:prstGeom prst="roundRect">
                <a:avLst>
                  <a:gd name="adj" fmla="val 50000"/>
                </a:avLst>
              </a:prstGeom>
              <a:gradFill rotWithShape="1">
                <a:gsLst>
                  <a:gs pos="0">
                    <a:srgbClr val="B2B2B2"/>
                  </a:gs>
                  <a:gs pos="50000">
                    <a:srgbClr val="FFFFFF"/>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sp>
        <p:nvSpPr>
          <p:cNvPr id="16" name="文本框 15">
            <a:extLst>
              <a:ext uri="{FF2B5EF4-FFF2-40B4-BE49-F238E27FC236}">
                <a16:creationId xmlns:a16="http://schemas.microsoft.com/office/drawing/2014/main" id="{DFF4FEC5-E0CC-40A8-A914-763A81639584}"/>
              </a:ext>
            </a:extLst>
          </p:cNvPr>
          <p:cNvSpPr txBox="1"/>
          <p:nvPr/>
        </p:nvSpPr>
        <p:spPr>
          <a:xfrm>
            <a:off x="203242" y="6028528"/>
            <a:ext cx="267335" cy="692497"/>
          </a:xfrm>
          <a:prstGeom prst="rect">
            <a:avLst/>
          </a:prstGeom>
          <a:noFill/>
        </p:spPr>
        <p:txBody>
          <a:bodyPr wrap="square" rtlCol="0">
            <a:spAutoFit/>
          </a:bodyPr>
          <a:lstStyle/>
          <a:p>
            <a:pPr>
              <a:spcAft>
                <a:spcPts val="600"/>
              </a:spcAft>
            </a:pPr>
            <a:r>
              <a:rPr lang="zh-CN" altLang="en-US" sz="1700" dirty="0">
                <a:solidFill>
                  <a:schemeClr val="bg1"/>
                </a:solidFill>
                <a:latin typeface="微软雅黑" panose="020B0503020204020204" pitchFamily="34" charset="-122"/>
                <a:ea typeface="微软雅黑" panose="020B0503020204020204" pitchFamily="34" charset="-122"/>
              </a:rPr>
              <a:t>结</a:t>
            </a:r>
            <a:endParaRPr lang="en-US" altLang="zh-CN" sz="1700" dirty="0">
              <a:solidFill>
                <a:schemeClr val="bg1"/>
              </a:solidFill>
              <a:latin typeface="微软雅黑" panose="020B0503020204020204" pitchFamily="34" charset="-122"/>
              <a:ea typeface="微软雅黑" panose="020B0503020204020204" pitchFamily="34" charset="-122"/>
            </a:endParaRPr>
          </a:p>
          <a:p>
            <a:r>
              <a:rPr lang="zh-CN" altLang="en-US" sz="1700" dirty="0">
                <a:solidFill>
                  <a:schemeClr val="bg1"/>
                </a:solidFill>
                <a:latin typeface="微软雅黑" panose="020B0503020204020204" pitchFamily="34" charset="-122"/>
                <a:ea typeface="微软雅黑" panose="020B0503020204020204" pitchFamily="34" charset="-122"/>
              </a:rPr>
              <a:t>论</a:t>
            </a:r>
          </a:p>
        </p:txBody>
      </p:sp>
    </p:spTree>
    <p:extLst>
      <p:ext uri="{BB962C8B-B14F-4D97-AF65-F5344CB8AC3E}">
        <p14:creationId xmlns:p14="http://schemas.microsoft.com/office/powerpoint/2010/main" val="3078131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extLst>
              <p:ext uri="{D42A27DB-BD31-4B8C-83A1-F6EECF244321}">
                <p14:modId xmlns:p14="http://schemas.microsoft.com/office/powerpoint/2010/main" val="1454793232"/>
              </p:ext>
            </p:extLst>
          </p:nvPr>
        </p:nvGraphicFramePr>
        <p:xfrm>
          <a:off x="295275" y="1363976"/>
          <a:ext cx="8060460" cy="4328272"/>
        </p:xfrm>
        <a:graphic>
          <a:graphicData uri="http://schemas.openxmlformats.org/drawingml/2006/table">
            <a:tbl>
              <a:tblPr firstRow="1" bandRow="1">
                <a:tableStyleId>{5C22544A-7EE6-4342-B048-85BDC9FD1C3A}</a:tableStyleId>
              </a:tblPr>
              <a:tblGrid>
                <a:gridCol w="1546449">
                  <a:extLst>
                    <a:ext uri="{9D8B030D-6E8A-4147-A177-3AD203B41FA5}">
                      <a16:colId xmlns:a16="http://schemas.microsoft.com/office/drawing/2014/main" val="20002"/>
                    </a:ext>
                  </a:extLst>
                </a:gridCol>
                <a:gridCol w="3065417">
                  <a:extLst>
                    <a:ext uri="{9D8B030D-6E8A-4147-A177-3AD203B41FA5}">
                      <a16:colId xmlns:a16="http://schemas.microsoft.com/office/drawing/2014/main" val="20003"/>
                    </a:ext>
                  </a:extLst>
                </a:gridCol>
                <a:gridCol w="3448594">
                  <a:extLst>
                    <a:ext uri="{9D8B030D-6E8A-4147-A177-3AD203B41FA5}">
                      <a16:colId xmlns:a16="http://schemas.microsoft.com/office/drawing/2014/main" val="20004"/>
                    </a:ext>
                  </a:extLst>
                </a:gridCol>
              </a:tblGrid>
              <a:tr h="213284">
                <a:tc>
                  <a:txBody>
                    <a:bodyPr/>
                    <a:lstStyle/>
                    <a:p>
                      <a:pPr algn="ctr">
                        <a:buNone/>
                      </a:pPr>
                      <a:r>
                        <a:rPr lang="zh-CN" altLang="en-US" sz="1400" dirty="0">
                          <a:latin typeface="微软雅黑" panose="020B0503020204020204" pitchFamily="34" charset="-122"/>
                          <a:ea typeface="微软雅黑" panose="020B0503020204020204" pitchFamily="34" charset="-122"/>
                        </a:rPr>
                        <a:t>相关工作</a:t>
                      </a:r>
                      <a:endParaRPr sz="1400" dirty="0"/>
                    </a:p>
                  </a:txBody>
                  <a:tcPr marL="68608" marR="68608" marT="34304" marB="34304" anchor="ctr"/>
                </a:tc>
                <a:tc>
                  <a:txBody>
                    <a:bodyPr/>
                    <a:lstStyle/>
                    <a:p>
                      <a:pPr algn="ctr">
                        <a:buNone/>
                      </a:pPr>
                      <a:r>
                        <a:rPr lang="zh-CN" altLang="en-US" sz="1400" dirty="0">
                          <a:latin typeface="微软雅黑" panose="020B0503020204020204" pitchFamily="34" charset="-122"/>
                          <a:ea typeface="微软雅黑" panose="020B0503020204020204" pitchFamily="34" charset="-122"/>
                        </a:rPr>
                        <a:t>相关工作描述</a:t>
                      </a:r>
                      <a:endParaRPr sz="1400" dirty="0"/>
                    </a:p>
                  </a:txBody>
                  <a:tcPr marL="68608" marR="68608" marT="34304" marB="34304" anchor="ctr"/>
                </a:tc>
                <a:tc>
                  <a:txBody>
                    <a:bodyPr/>
                    <a:lstStyle/>
                    <a:p>
                      <a:pPr algn="ctr">
                        <a:buNone/>
                      </a:pPr>
                      <a:r>
                        <a:rPr lang="zh-CN" altLang="en-US" sz="1400" dirty="0">
                          <a:latin typeface="微软雅黑" panose="020B0503020204020204" pitchFamily="34" charset="-122"/>
                          <a:ea typeface="微软雅黑" panose="020B0503020204020204" pitchFamily="34" charset="-122"/>
                        </a:rPr>
                        <a:t>分析</a:t>
                      </a:r>
                      <a:endParaRPr lang="x-none" altLang="zh-CN" sz="1400" dirty="0">
                        <a:latin typeface="微软雅黑" panose="020B0503020204020204" pitchFamily="34" charset="-122"/>
                        <a:ea typeface="微软雅黑" panose="020B0503020204020204" pitchFamily="34" charset="-122"/>
                      </a:endParaRPr>
                    </a:p>
                  </a:txBody>
                  <a:tcPr marL="68608" marR="68608" marT="34304" marB="34304" anchor="ctr"/>
                </a:tc>
                <a:extLst>
                  <a:ext uri="{0D108BD9-81ED-4DB2-BD59-A6C34878D82A}">
                    <a16:rowId xmlns:a16="http://schemas.microsoft.com/office/drawing/2014/main" val="10000"/>
                  </a:ext>
                </a:extLst>
              </a:tr>
              <a:tr h="644602">
                <a:tc>
                  <a:txBody>
                    <a:bodyPr/>
                    <a:lstStyle/>
                    <a:p>
                      <a:pPr algn="ctr">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《GPU-SAM Leveraging</a:t>
                      </a:r>
                      <a:r>
                        <a:rPr lang="en-US" altLang="zh-CN" sz="14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multi-GPU split-and-merge execution for system-wide real-time support</a:t>
                      </a: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lnSpc>
                          <a:spcPct val="125000"/>
                        </a:lnSpc>
                        <a:buNone/>
                      </a:pPr>
                      <a:r>
                        <a:rPr lang="en-US"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Wookhyun</a:t>
                      </a:r>
                      <a:r>
                        <a:rPr lang="en-US"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Han</a:t>
                      </a:r>
                      <a:r>
                        <a:rPr lang="zh-CN" altLang="en-US"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等人提出了一种将</a:t>
                      </a:r>
                      <a:r>
                        <a:rPr lang="en-US" altLang="zh-CN"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GPGPU</a:t>
                      </a:r>
                      <a:r>
                        <a:rPr lang="zh-CN" altLang="en-US"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应用</a:t>
                      </a:r>
                      <a:r>
                        <a:rPr lang="en-US" altLang="zh-CN"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拆分</a:t>
                      </a:r>
                      <a:r>
                        <a:rPr lang="en-US" altLang="zh-CN"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合并</a:t>
                      </a:r>
                      <a:r>
                        <a:rPr lang="en-US" altLang="zh-CN"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的运行机制。他们将工作负载划分到多个</a:t>
                      </a:r>
                      <a:r>
                        <a:rPr lang="en-US" altLang="zh-CN"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baseline="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上，并行地执行子任务，最终将部分结果合并为完整结果。</a:t>
                      </a:r>
                      <a:endParaRPr 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buNone/>
                      </a:pP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GPU-SAM</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采用数据全备份的方式，平等地将数据传输到每个</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上，造成了总线带宽瓶颈，并且降低了系统抗压能力。在数据处理上，</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线性地提升运算性能，但是数据备份和输出合并上消耗大量资源。</a:t>
                      </a:r>
                      <a:endParaRPr lang="x-none" altLang="zh-CN" sz="1100" b="0" kern="12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2461527395"/>
                  </a:ext>
                </a:extLst>
              </a:tr>
              <a:tr h="644602">
                <a:tc>
                  <a:txBody>
                    <a:bodyPr/>
                    <a:lstStyle/>
                    <a:p>
                      <a:pPr marL="0" algn="ctr" defTabSz="685800" rtl="0" eaLnBrk="1" latinLnBrk="0" hangingPunct="1">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《Fluidic kernels: cooperative execution of </a:t>
                      </a:r>
                      <a:r>
                        <a:rPr lang="en-US" altLang="zh-CN" sz="14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openCl</a:t>
                      </a: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programs on multiple heterogeneous devices》</a:t>
                      </a:r>
                      <a:endParaRPr lang="en-US" altLang="zh-CN" sz="14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lnSpc>
                          <a:spcPct val="125000"/>
                        </a:lnSpc>
                        <a:buNone/>
                      </a:pPr>
                      <a:r>
                        <a:rPr lang="en-US"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Pandit</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等人通过提出一种为</a:t>
                      </a:r>
                      <a:r>
                        <a:rPr lang="en-US" altLang="zh-CN"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OpenCL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程序设计的运行时系统</a:t>
                      </a:r>
                      <a:r>
                        <a:rPr lang="en-US" altLang="zh-CN"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FluidiCL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，使用动态工作分配模式使</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同时运行在</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上。并通过频繁的数据传输保证结果数据一致性。</a:t>
                      </a:r>
                      <a:endParaRPr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buNone/>
                      </a:pP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没有利用多</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平台资源的优势，将</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Kernel</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函数划分为在</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设备上明显增加了</a:t>
                      </a:r>
                      <a:r>
                        <a:rPr lang="en-US" altLang="zh-CN"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计算负载，并且频繁的数据传输会占用大量数据传输总线资源。</a:t>
                      </a:r>
                      <a:endParaRPr lang="x-none" altLang="zh-CN" sz="1100" b="0" kern="12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3078609405"/>
                  </a:ext>
                </a:extLst>
              </a:tr>
              <a:tr h="644602">
                <a:tc>
                  <a:txBody>
                    <a:bodyPr/>
                    <a:lstStyle/>
                    <a:p>
                      <a:pPr marL="0" algn="ctr" defTabSz="685800" rtl="0" eaLnBrk="1" latinLnBrk="0" hangingPunct="1">
                        <a:buNone/>
                      </a:pP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《Achieving a single compute device image in </a:t>
                      </a:r>
                      <a:r>
                        <a:rPr lang="en-US" altLang="zh-CN" sz="14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OpenCL</a:t>
                      </a:r>
                      <a:r>
                        <a:rPr lang="en-US" altLang="zh-CN" sz="14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for multi GPUs》</a:t>
                      </a:r>
                      <a:endParaRPr lang="en-US" altLang="zh-CN" sz="14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lnSpc>
                          <a:spcPct val="125000"/>
                        </a:lnSpc>
                        <a:buNone/>
                      </a:pPr>
                      <a:r>
                        <a:rPr 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Kim</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等人通过提供一个</a:t>
                      </a:r>
                      <a:r>
                        <a:rPr lang="en-US" altLang="zh-CN"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OpenCL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编程框架，将多个</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组织起来，并当成一个计算设备看待。采用将</a:t>
                      </a:r>
                      <a:r>
                        <a:rPr lang="en-US" altLang="zh-CN" sz="1100" b="0" kern="1200" dirty="0" err="1"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OpenCL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程序翻译成多个</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CUDA kernel</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函数，运行在多个</a:t>
                      </a:r>
                      <a:r>
                        <a:rPr lang="en-US" altLang="zh-CN"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100" b="0" kern="12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设备上实现协同运算。</a:t>
                      </a:r>
                      <a:endParaRPr sz="1100" b="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608" marR="68608" marT="34304" marB="34304" anchor="ctr"/>
                </a:tc>
                <a:tc>
                  <a:txBody>
                    <a:bodyPr/>
                    <a:lstStyle/>
                    <a:p>
                      <a:pPr algn="l">
                        <a:buNone/>
                      </a:pPr>
                      <a:r>
                        <a:rPr lang="zh-CN" altLang="en-US" sz="1100" b="0" kern="120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提供了良好的程序迁移性，但是采用翻译</a:t>
                      </a:r>
                      <a:r>
                        <a:rPr lang="en-US" altLang="zh-CN" sz="1100" b="0" kern="1200" dirty="0" err="1"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OpenCL</a:t>
                      </a:r>
                      <a:r>
                        <a:rPr lang="en-US" altLang="zh-CN" sz="1100" b="0" kern="1200" baseline="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 kernel</a:t>
                      </a:r>
                      <a:r>
                        <a:rPr lang="zh-CN" altLang="en-US" sz="1100" b="0" kern="1200" baseline="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函数的方式，不及直接采用</a:t>
                      </a:r>
                      <a:r>
                        <a:rPr lang="en-US" altLang="zh-CN" sz="1100" b="0" kern="1200" baseline="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CUDA</a:t>
                      </a:r>
                      <a:r>
                        <a:rPr lang="zh-CN" altLang="en-US" sz="1100" b="0" kern="1200" baseline="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编写方式效率高。</a:t>
                      </a:r>
                      <a:endParaRPr lang="en-US" altLang="zh-CN" sz="1100" b="0" kern="1200" baseline="0" dirty="0" smtClean="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608" marR="68608" marT="34304" marB="34304" anchor="ctr"/>
                </a:tc>
                <a:extLst>
                  <a:ext uri="{0D108BD9-81ED-4DB2-BD59-A6C34878D82A}">
                    <a16:rowId xmlns:a16="http://schemas.microsoft.com/office/drawing/2014/main" val="2626896147"/>
                  </a:ext>
                </a:extLst>
              </a:tr>
            </a:tbl>
          </a:graphicData>
        </a:graphic>
      </p:graphicFrame>
      <p:sp>
        <p:nvSpPr>
          <p:cNvPr id="4"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国内外研究现状</a:t>
            </a:r>
            <a:r>
              <a:rPr lang="en-US" altLang="zh-CN" sz="3000" dirty="0" smtClean="0">
                <a:solidFill>
                  <a:schemeClr val="bg1"/>
                </a:solidFill>
                <a:latin typeface="微软雅黑" panose="020B0503020204020204" pitchFamily="34" charset="-122"/>
                <a:ea typeface="微软雅黑" panose="020B0503020204020204" pitchFamily="34" charset="-122"/>
                <a:cs typeface="+mn-cs"/>
                <a:sym typeface="+mn-ea"/>
              </a:rPr>
              <a:t>-</a:t>
            </a:r>
            <a:r>
              <a:rPr lang="zh-CN" altLang="en-US" sz="2800" dirty="0" smtClean="0">
                <a:solidFill>
                  <a:schemeClr val="bg1"/>
                </a:solidFill>
                <a:latin typeface="微软雅黑" panose="020B0503020204020204" pitchFamily="34" charset="-122"/>
                <a:ea typeface="微软雅黑" panose="020B0503020204020204" pitchFamily="34" charset="-122"/>
                <a:cs typeface="+mn-cs"/>
                <a:sym typeface="+mn-ea"/>
              </a:rPr>
              <a:t>多</a:t>
            </a:r>
            <a:r>
              <a:rPr lang="en-US" altLang="zh-CN" sz="2800" dirty="0" smtClean="0">
                <a:solidFill>
                  <a:schemeClr val="bg1"/>
                </a:solidFill>
                <a:latin typeface="微软雅黑" panose="020B0503020204020204" pitchFamily="34" charset="-122"/>
                <a:ea typeface="微软雅黑" panose="020B0503020204020204" pitchFamily="34" charset="-122"/>
                <a:cs typeface="+mn-cs"/>
                <a:sym typeface="+mn-ea"/>
              </a:rPr>
              <a:t>GPU</a:t>
            </a:r>
            <a:r>
              <a:rPr lang="zh-CN" altLang="en-US" sz="2800" dirty="0" smtClean="0">
                <a:solidFill>
                  <a:schemeClr val="bg1"/>
                </a:solidFill>
                <a:latin typeface="微软雅黑" panose="020B0503020204020204" pitchFamily="34" charset="-122"/>
                <a:ea typeface="微软雅黑" panose="020B0503020204020204" pitchFamily="34" charset="-122"/>
                <a:cs typeface="+mn-cs"/>
                <a:sym typeface="+mn-ea"/>
              </a:rPr>
              <a:t>协同计算</a:t>
            </a:r>
            <a:endParaRPr lang="zh-CN" altLang="en-US" sz="30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5" name="圆角矩形 44">
            <a:extLst>
              <a:ext uri="{FF2B5EF4-FFF2-40B4-BE49-F238E27FC236}">
                <a16:creationId xmlns:a16="http://schemas.microsoft.com/office/drawing/2014/main" id="{434859CA-4A52-4B44-82C1-91601F740A51}"/>
              </a:ext>
            </a:extLst>
          </p:cNvPr>
          <p:cNvSpPr/>
          <p:nvPr/>
        </p:nvSpPr>
        <p:spPr>
          <a:xfrm>
            <a:off x="869357" y="5995069"/>
            <a:ext cx="7938474" cy="692497"/>
          </a:xfrm>
          <a:prstGeom prst="roundRect">
            <a:avLst/>
          </a:prstGeom>
          <a:solidFill>
            <a:schemeClr val="accent1">
              <a:lumMod val="20000"/>
              <a:lumOff val="80000"/>
            </a:schemeClr>
          </a:solidFill>
          <a:ln w="19050">
            <a:solidFill>
              <a:schemeClr val="accent1">
                <a:lumMod val="60000"/>
                <a:lumOff val="40000"/>
              </a:schemeClr>
            </a:solidFill>
            <a:miter lim="800000"/>
          </a:ln>
        </p:spPr>
        <p:txBody>
          <a:bodyPr anchor="ctr" anchorCtr="0"/>
          <a:lstStyle/>
          <a:p>
            <a:pPr marL="108000" fontAlgn="ctr">
              <a:spcBef>
                <a:spcPts val="0"/>
              </a:spcBef>
              <a:spcAft>
                <a:spcPts val="600"/>
              </a:spcAft>
            </a:pPr>
            <a:r>
              <a:rPr lang="zh-CN" altLang="en-US" sz="1700" dirty="0">
                <a:solidFill>
                  <a:schemeClr val="tx1"/>
                </a:solidFill>
                <a:latin typeface="微软雅黑" panose="020B0503020204020204" pitchFamily="34" charset="-122"/>
                <a:ea typeface="微软雅黑" panose="020B0503020204020204" pitchFamily="34" charset="-122"/>
                <a:sym typeface="+mn-ea"/>
              </a:rPr>
              <a:t>现有多</a:t>
            </a:r>
            <a:r>
              <a:rPr lang="en-US" altLang="zh-CN" sz="1700" dirty="0">
                <a:solidFill>
                  <a:schemeClr val="tx1"/>
                </a:solidFill>
                <a:latin typeface="微软雅黑" panose="020B0503020204020204" pitchFamily="34" charset="-122"/>
                <a:ea typeface="微软雅黑" panose="020B0503020204020204" pitchFamily="34" charset="-122"/>
                <a:sym typeface="+mn-ea"/>
              </a:rPr>
              <a:t>GPU</a:t>
            </a:r>
            <a:r>
              <a:rPr lang="zh-CN" altLang="en-US" sz="1700" dirty="0">
                <a:solidFill>
                  <a:schemeClr val="tx1"/>
                </a:solidFill>
                <a:latin typeface="微软雅黑" panose="020B0503020204020204" pitchFamily="34" charset="-122"/>
                <a:ea typeface="微软雅黑" panose="020B0503020204020204" pitchFamily="34" charset="-122"/>
                <a:sym typeface="+mn-ea"/>
              </a:rPr>
              <a:t>协同运算方法为扩大方案的适用场景，对</a:t>
            </a:r>
            <a:r>
              <a:rPr lang="en-US" altLang="zh-CN" sz="1700" dirty="0" smtClean="0">
                <a:solidFill>
                  <a:schemeClr val="tx1"/>
                </a:solidFill>
                <a:latin typeface="微软雅黑" panose="020B0503020204020204" pitchFamily="34" charset="-122"/>
                <a:ea typeface="微软雅黑" panose="020B0503020204020204" pitchFamily="34" charset="-122"/>
                <a:sym typeface="+mn-ea"/>
              </a:rPr>
              <a:t>Kernel</a:t>
            </a:r>
            <a:r>
              <a:rPr lang="zh-CN" altLang="en-US" sz="1700" dirty="0" smtClean="0">
                <a:solidFill>
                  <a:schemeClr val="tx1"/>
                </a:solidFill>
                <a:latin typeface="微软雅黑" panose="020B0503020204020204" pitchFamily="34" charset="-122"/>
                <a:ea typeface="微软雅黑" panose="020B0503020204020204" pitchFamily="34" charset="-122"/>
                <a:sym typeface="+mn-ea"/>
              </a:rPr>
              <a:t>做出</a:t>
            </a:r>
            <a:r>
              <a:rPr lang="zh-CN" altLang="en-US" sz="1700" dirty="0">
                <a:solidFill>
                  <a:schemeClr val="tx1"/>
                </a:solidFill>
                <a:latin typeface="微软雅黑" panose="020B0503020204020204" pitchFamily="34" charset="-122"/>
                <a:ea typeface="微软雅黑" panose="020B0503020204020204" pitchFamily="34" charset="-122"/>
                <a:sym typeface="+mn-ea"/>
              </a:rPr>
              <a:t>了复杂的</a:t>
            </a:r>
            <a:r>
              <a:rPr lang="zh-CN" altLang="en-US" sz="1700" dirty="0" smtClean="0">
                <a:solidFill>
                  <a:schemeClr val="tx1"/>
                </a:solidFill>
                <a:latin typeface="微软雅黑" panose="020B0503020204020204" pitchFamily="34" charset="-122"/>
                <a:ea typeface="微软雅黑" panose="020B0503020204020204" pitchFamily="34" charset="-122"/>
                <a:sym typeface="+mn-ea"/>
              </a:rPr>
              <a:t>分析和修改。引入运行时开销，有时甚至会造成资源的短缺。</a:t>
            </a:r>
            <a:endParaRPr lang="zh-CN" altLang="en-US" sz="1700" dirty="0">
              <a:solidFill>
                <a:schemeClr val="tx1"/>
              </a:solidFill>
              <a:latin typeface="微软雅黑" panose="020B0503020204020204" pitchFamily="34" charset="-122"/>
              <a:ea typeface="微软雅黑" panose="020B0503020204020204" pitchFamily="34" charset="-122"/>
              <a:sym typeface="+mn-ea"/>
            </a:endParaRPr>
          </a:p>
        </p:txBody>
      </p:sp>
      <p:sp>
        <p:nvSpPr>
          <p:cNvPr id="6" name="圆角矩形 52">
            <a:extLst>
              <a:ext uri="{FF2B5EF4-FFF2-40B4-BE49-F238E27FC236}">
                <a16:creationId xmlns:a16="http://schemas.microsoft.com/office/drawing/2014/main" id="{C516B2AC-1C61-41BA-91F2-F1CF0D2CE433}"/>
              </a:ext>
            </a:extLst>
          </p:cNvPr>
          <p:cNvSpPr>
            <a:spLocks noChangeArrowheads="1"/>
          </p:cNvSpPr>
          <p:nvPr/>
        </p:nvSpPr>
        <p:spPr bwMode="auto">
          <a:xfrm>
            <a:off x="153077" y="5952328"/>
            <a:ext cx="670560" cy="848360"/>
          </a:xfrm>
          <a:prstGeom prst="roundRect">
            <a:avLst>
              <a:gd name="adj" fmla="val 11204"/>
            </a:avLst>
          </a:prstGeom>
          <a:solidFill>
            <a:srgbClr val="4CA6A6"/>
          </a:solidFill>
          <a:ln w="9525">
            <a:noFill/>
            <a:round/>
          </a:ln>
        </p:spPr>
        <p:txBody>
          <a:bodyPr lIns="0" anchor="ctr"/>
          <a:lstStyle/>
          <a:p>
            <a:pPr algn="ctr"/>
            <a:endParaRPr lang="zh-CN" altLang="en-US" sz="1500" b="1" dirty="0">
              <a:solidFill>
                <a:schemeClr val="bg1"/>
              </a:solidFill>
              <a:latin typeface="微软雅黑" panose="020B0503020204020204" pitchFamily="34" charset="-122"/>
              <a:ea typeface="微软雅黑" panose="020B0503020204020204" pitchFamily="34" charset="-122"/>
            </a:endParaRPr>
          </a:p>
        </p:txBody>
      </p:sp>
      <p:grpSp>
        <p:nvGrpSpPr>
          <p:cNvPr id="7" name="Group 40">
            <a:extLst>
              <a:ext uri="{FF2B5EF4-FFF2-40B4-BE49-F238E27FC236}">
                <a16:creationId xmlns:a16="http://schemas.microsoft.com/office/drawing/2014/main" id="{264065C0-865C-41FC-B64F-BE3F9B909276}"/>
              </a:ext>
            </a:extLst>
          </p:cNvPr>
          <p:cNvGrpSpPr/>
          <p:nvPr/>
        </p:nvGrpSpPr>
        <p:grpSpPr bwMode="auto">
          <a:xfrm rot="5400000">
            <a:off x="574717" y="6155528"/>
            <a:ext cx="517525" cy="457835"/>
            <a:chOff x="0" y="0"/>
            <a:chExt cx="312" cy="420"/>
          </a:xfrm>
        </p:grpSpPr>
        <p:grpSp>
          <p:nvGrpSpPr>
            <p:cNvPr id="8" name="Group 41">
              <a:extLst>
                <a:ext uri="{FF2B5EF4-FFF2-40B4-BE49-F238E27FC236}">
                  <a16:creationId xmlns:a16="http://schemas.microsoft.com/office/drawing/2014/main" id="{2EB4B73C-F91F-435F-B2E9-E8C9A6482B2B}"/>
                </a:ext>
              </a:extLst>
            </p:cNvPr>
            <p:cNvGrpSpPr/>
            <p:nvPr/>
          </p:nvGrpSpPr>
          <p:grpSpPr bwMode="auto">
            <a:xfrm>
              <a:off x="182" y="2"/>
              <a:ext cx="130" cy="418"/>
              <a:chOff x="0" y="0"/>
              <a:chExt cx="130" cy="418"/>
            </a:xfrm>
          </p:grpSpPr>
          <p:sp>
            <p:nvSpPr>
              <p:cNvPr id="13" name="Oval 31">
                <a:extLst>
                  <a:ext uri="{FF2B5EF4-FFF2-40B4-BE49-F238E27FC236}">
                    <a16:creationId xmlns:a16="http://schemas.microsoft.com/office/drawing/2014/main" id="{B598DA3E-CDF2-4D3C-B0FB-886600A52FE3}"/>
                  </a:ext>
                </a:extLst>
              </p:cNvPr>
              <p:cNvSpPr>
                <a:spLocks noChangeArrowheads="1"/>
              </p:cNvSpPr>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4" name="Oval 32">
                <a:extLst>
                  <a:ext uri="{FF2B5EF4-FFF2-40B4-BE49-F238E27FC236}">
                    <a16:creationId xmlns:a16="http://schemas.microsoft.com/office/drawing/2014/main" id="{FECD3F87-307C-4712-AD36-07FEB3DC83FD}"/>
                  </a:ext>
                </a:extLst>
              </p:cNvPr>
              <p:cNvSpPr>
                <a:spLocks noChangeArrowheads="1"/>
              </p:cNvSpPr>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5" name="AutoShape 33">
                <a:extLst>
                  <a:ext uri="{FF2B5EF4-FFF2-40B4-BE49-F238E27FC236}">
                    <a16:creationId xmlns:a16="http://schemas.microsoft.com/office/drawing/2014/main" id="{052D9CAE-F520-4AE1-BA76-E1425BE6B61C}"/>
                  </a:ext>
                </a:extLst>
              </p:cNvPr>
              <p:cNvSpPr>
                <a:spLocks noChangeArrowheads="1"/>
              </p:cNvSpPr>
              <p:nvPr/>
            </p:nvSpPr>
            <p:spPr bwMode="auto">
              <a:xfrm>
                <a:off x="36" y="72"/>
                <a:ext cx="62" cy="300"/>
              </a:xfrm>
              <a:prstGeom prst="roundRect">
                <a:avLst>
                  <a:gd name="adj" fmla="val 50000"/>
                </a:avLst>
              </a:prstGeom>
              <a:gradFill rotWithShape="1">
                <a:gsLst>
                  <a:gs pos="0">
                    <a:srgbClr val="B2B2B2"/>
                  </a:gs>
                  <a:gs pos="50000">
                    <a:srgbClr val="EAEAEA"/>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nvGrpSpPr>
            <p:cNvPr id="9" name="Group 45">
              <a:extLst>
                <a:ext uri="{FF2B5EF4-FFF2-40B4-BE49-F238E27FC236}">
                  <a16:creationId xmlns:a16="http://schemas.microsoft.com/office/drawing/2014/main" id="{53D42A23-4696-4D25-9E33-32A9D95E0AB5}"/>
                </a:ext>
              </a:extLst>
            </p:cNvPr>
            <p:cNvGrpSpPr/>
            <p:nvPr/>
          </p:nvGrpSpPr>
          <p:grpSpPr bwMode="auto">
            <a:xfrm>
              <a:off x="0" y="0"/>
              <a:ext cx="130" cy="418"/>
              <a:chOff x="0" y="0"/>
              <a:chExt cx="130" cy="418"/>
            </a:xfrm>
          </p:grpSpPr>
          <p:sp>
            <p:nvSpPr>
              <p:cNvPr id="10" name="Oval 35">
                <a:extLst>
                  <a:ext uri="{FF2B5EF4-FFF2-40B4-BE49-F238E27FC236}">
                    <a16:creationId xmlns:a16="http://schemas.microsoft.com/office/drawing/2014/main" id="{32030319-3432-44B9-957E-4F4DF7524EEB}"/>
                  </a:ext>
                </a:extLst>
              </p:cNvPr>
              <p:cNvSpPr>
                <a:spLocks noChangeArrowheads="1"/>
              </p:cNvSpPr>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1" name="Oval 36">
                <a:extLst>
                  <a:ext uri="{FF2B5EF4-FFF2-40B4-BE49-F238E27FC236}">
                    <a16:creationId xmlns:a16="http://schemas.microsoft.com/office/drawing/2014/main" id="{734AE0D0-5618-4BC4-9079-70B4DF5FACF9}"/>
                  </a:ext>
                </a:extLst>
              </p:cNvPr>
              <p:cNvSpPr>
                <a:spLocks noChangeArrowheads="1"/>
              </p:cNvSpPr>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2" name="AutoShape 37">
                <a:extLst>
                  <a:ext uri="{FF2B5EF4-FFF2-40B4-BE49-F238E27FC236}">
                    <a16:creationId xmlns:a16="http://schemas.microsoft.com/office/drawing/2014/main" id="{E046E924-3200-4D63-A575-1CE0FB9E4297}"/>
                  </a:ext>
                </a:extLst>
              </p:cNvPr>
              <p:cNvSpPr>
                <a:spLocks noChangeArrowheads="1"/>
              </p:cNvSpPr>
              <p:nvPr/>
            </p:nvSpPr>
            <p:spPr bwMode="auto">
              <a:xfrm>
                <a:off x="36" y="72"/>
                <a:ext cx="62" cy="300"/>
              </a:xfrm>
              <a:prstGeom prst="roundRect">
                <a:avLst>
                  <a:gd name="adj" fmla="val 50000"/>
                </a:avLst>
              </a:prstGeom>
              <a:gradFill rotWithShape="1">
                <a:gsLst>
                  <a:gs pos="0">
                    <a:srgbClr val="B2B2B2"/>
                  </a:gs>
                  <a:gs pos="50000">
                    <a:srgbClr val="FFFFFF"/>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sp>
        <p:nvSpPr>
          <p:cNvPr id="16" name="文本框 15">
            <a:extLst>
              <a:ext uri="{FF2B5EF4-FFF2-40B4-BE49-F238E27FC236}">
                <a16:creationId xmlns:a16="http://schemas.microsoft.com/office/drawing/2014/main" id="{DFF4FEC5-E0CC-40A8-A914-763A81639584}"/>
              </a:ext>
            </a:extLst>
          </p:cNvPr>
          <p:cNvSpPr txBox="1"/>
          <p:nvPr/>
        </p:nvSpPr>
        <p:spPr>
          <a:xfrm>
            <a:off x="203242" y="6028528"/>
            <a:ext cx="267335" cy="692497"/>
          </a:xfrm>
          <a:prstGeom prst="rect">
            <a:avLst/>
          </a:prstGeom>
          <a:noFill/>
        </p:spPr>
        <p:txBody>
          <a:bodyPr wrap="square" rtlCol="0">
            <a:spAutoFit/>
          </a:bodyPr>
          <a:lstStyle/>
          <a:p>
            <a:pPr>
              <a:spcAft>
                <a:spcPts val="600"/>
              </a:spcAft>
            </a:pPr>
            <a:r>
              <a:rPr lang="zh-CN" altLang="en-US" sz="1700" dirty="0">
                <a:solidFill>
                  <a:schemeClr val="bg1"/>
                </a:solidFill>
                <a:latin typeface="微软雅黑" panose="020B0503020204020204" pitchFamily="34" charset="-122"/>
                <a:ea typeface="微软雅黑" panose="020B0503020204020204" pitchFamily="34" charset="-122"/>
              </a:rPr>
              <a:t>结</a:t>
            </a:r>
            <a:endParaRPr lang="en-US" altLang="zh-CN" sz="1700" dirty="0">
              <a:solidFill>
                <a:schemeClr val="bg1"/>
              </a:solidFill>
              <a:latin typeface="微软雅黑" panose="020B0503020204020204" pitchFamily="34" charset="-122"/>
              <a:ea typeface="微软雅黑" panose="020B0503020204020204" pitchFamily="34" charset="-122"/>
            </a:endParaRPr>
          </a:p>
          <a:p>
            <a:r>
              <a:rPr lang="zh-CN" altLang="en-US" sz="1700" dirty="0">
                <a:solidFill>
                  <a:schemeClr val="bg1"/>
                </a:solidFill>
                <a:latin typeface="微软雅黑" panose="020B0503020204020204" pitchFamily="34" charset="-122"/>
                <a:ea typeface="微软雅黑" panose="020B0503020204020204" pitchFamily="34" charset="-122"/>
              </a:rPr>
              <a:t>论</a:t>
            </a:r>
          </a:p>
        </p:txBody>
      </p:sp>
    </p:spTree>
    <p:extLst>
      <p:ext uri="{BB962C8B-B14F-4D97-AF65-F5344CB8AC3E}">
        <p14:creationId xmlns:p14="http://schemas.microsoft.com/office/powerpoint/2010/main" val="1161893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7">
            <a:extLst>
              <a:ext uri="{FF2B5EF4-FFF2-40B4-BE49-F238E27FC236}">
                <a16:creationId xmlns:a16="http://schemas.microsoft.com/office/drawing/2014/main" id="{B1CE1409-0A7E-4C21-8ADD-563E13D38FE4}"/>
              </a:ext>
            </a:extLst>
          </p:cNvPr>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研究目标</a:t>
            </a:r>
          </a:p>
        </p:txBody>
      </p:sp>
      <p:sp>
        <p:nvSpPr>
          <p:cNvPr id="12" name="文本框 11">
            <a:extLst>
              <a:ext uri="{FF2B5EF4-FFF2-40B4-BE49-F238E27FC236}">
                <a16:creationId xmlns:a16="http://schemas.microsoft.com/office/drawing/2014/main" id="{3F62D74F-D759-4D42-8E55-0633920088D0}"/>
              </a:ext>
            </a:extLst>
          </p:cNvPr>
          <p:cNvSpPr txBox="1"/>
          <p:nvPr/>
        </p:nvSpPr>
        <p:spPr>
          <a:xfrm>
            <a:off x="114849" y="1362469"/>
            <a:ext cx="8581098" cy="438582"/>
          </a:xfrm>
          <a:prstGeom prst="rect">
            <a:avLst/>
          </a:prstGeom>
          <a:noFill/>
        </p:spPr>
        <p:txBody>
          <a:bodyPr wrap="square" rtlCol="0" anchor="t">
            <a:spAutoFit/>
          </a:bodyPr>
          <a:lstStyle/>
          <a:p>
            <a:pPr marL="285750" indent="-285750" hangingPunct="1">
              <a:lnSpc>
                <a:spcPct val="125000"/>
              </a:lnSpc>
              <a:spcAft>
                <a:spcPts val="600"/>
              </a:spcAft>
              <a:buFont typeface="Wingdings" panose="05000000000000000000" charset="0"/>
              <a:buChar char=""/>
            </a:pPr>
            <a:r>
              <a:rPr lang="zh-CN" altLang="en-US" sz="1800" dirty="0">
                <a:latin typeface="微软雅黑" panose="020B0503020204020204" pitchFamily="34" charset="-122"/>
                <a:ea typeface="微软雅黑" panose="020B0503020204020204" pitchFamily="34" charset="-122"/>
                <a:sym typeface="+mn-ea"/>
              </a:rPr>
              <a:t>建立一</a:t>
            </a:r>
            <a:r>
              <a:rPr lang="zh-CN" altLang="en-US" sz="1800" dirty="0" smtClean="0">
                <a:latin typeface="微软雅黑" panose="020B0503020204020204" pitchFamily="34" charset="-122"/>
                <a:ea typeface="微软雅黑" panose="020B0503020204020204" pitchFamily="34" charset="-122"/>
                <a:sym typeface="+mn-ea"/>
              </a:rPr>
              <a:t>套针对海量高速流式数据的高效内存管理与</a:t>
            </a:r>
            <a:r>
              <a:rPr lang="en-US" altLang="zh-CN" sz="1800" dirty="0" smtClean="0">
                <a:latin typeface="微软雅黑" panose="020B0503020204020204" pitchFamily="34" charset="-122"/>
                <a:ea typeface="微软雅黑" panose="020B0503020204020204" pitchFamily="34" charset="-122"/>
                <a:sym typeface="+mn-ea"/>
              </a:rPr>
              <a:t>GPU</a:t>
            </a:r>
            <a:r>
              <a:rPr lang="zh-CN" altLang="en-US" sz="1800" dirty="0" smtClean="0">
                <a:latin typeface="微软雅黑" panose="020B0503020204020204" pitchFamily="34" charset="-122"/>
                <a:ea typeface="微软雅黑" panose="020B0503020204020204" pitchFamily="34" charset="-122"/>
                <a:sym typeface="+mn-ea"/>
              </a:rPr>
              <a:t>任务调度优化技术</a:t>
            </a:r>
            <a:endParaRPr lang="zh-CN" altLang="en-US" sz="1800" dirty="0">
              <a:latin typeface="微软雅黑" panose="020B0503020204020204" pitchFamily="34" charset="-122"/>
              <a:ea typeface="微软雅黑" panose="020B0503020204020204" pitchFamily="34" charset="-122"/>
              <a:sym typeface="+mn-ea"/>
            </a:endParaRPr>
          </a:p>
        </p:txBody>
      </p:sp>
      <p:sp>
        <p:nvSpPr>
          <p:cNvPr id="16" name="圆角矩形 44">
            <a:extLst>
              <a:ext uri="{FF2B5EF4-FFF2-40B4-BE49-F238E27FC236}">
                <a16:creationId xmlns:a16="http://schemas.microsoft.com/office/drawing/2014/main" id="{DA6BADC4-D8A6-4EA6-ABB0-7671675E6740}"/>
              </a:ext>
            </a:extLst>
          </p:cNvPr>
          <p:cNvSpPr/>
          <p:nvPr/>
        </p:nvSpPr>
        <p:spPr>
          <a:xfrm>
            <a:off x="67257" y="2161043"/>
            <a:ext cx="3224584" cy="4178797"/>
          </a:xfrm>
          <a:prstGeom prst="roundRect">
            <a:avLst>
              <a:gd name="adj" fmla="val 12929"/>
            </a:avLst>
          </a:prstGeom>
          <a:noFill/>
          <a:ln w="19050">
            <a:solidFill>
              <a:schemeClr val="accent1">
                <a:lumMod val="60000"/>
                <a:lumOff val="40000"/>
              </a:schemeClr>
            </a:solidFill>
            <a:miter lim="800000"/>
          </a:ln>
        </p:spPr>
        <p:txBody>
          <a:bodyPr anchor="ctr"/>
          <a:lstStyle/>
          <a:p>
            <a:pPr marL="127000" fontAlgn="auto" latinLnBrk="0">
              <a:lnSpc>
                <a:spcPct val="120000"/>
              </a:lnSpc>
              <a:spcBef>
                <a:spcPts val="400"/>
              </a:spcBef>
              <a:spcAft>
                <a:spcPts val="0"/>
              </a:spcAft>
              <a:buClr>
                <a:schemeClr val="tx2"/>
              </a:buClr>
            </a:pPr>
            <a:r>
              <a:rPr lang="zh-CN" altLang="en-US" sz="1600" b="0" dirty="0" smtClean="0">
                <a:solidFill>
                  <a:schemeClr val="tx1"/>
                </a:solidFill>
                <a:latin typeface="微软雅黑" panose="020B0503020204020204" pitchFamily="34" charset="-122"/>
                <a:ea typeface="微软雅黑" panose="020B0503020204020204" pitchFamily="34" charset="-122"/>
              </a:rPr>
              <a:t>针对雷达信号高速海量特性、要求高效处理的问题，通过：</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412750" indent="-285750" fontAlgn="auto" latinLnBrk="0">
              <a:lnSpc>
                <a:spcPct val="120000"/>
              </a:lnSpc>
              <a:spcBef>
                <a:spcPts val="400"/>
              </a:spcBef>
              <a:spcAft>
                <a:spcPts val="0"/>
              </a:spcAft>
              <a:buClr>
                <a:schemeClr val="tx2"/>
              </a:buClr>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一</a:t>
            </a:r>
            <a:r>
              <a:rPr lang="zh-CN" altLang="en-US" sz="1600" b="0" dirty="0" smtClean="0">
                <a:solidFill>
                  <a:schemeClr val="tx1"/>
                </a:solidFill>
                <a:latin typeface="微软雅黑" panose="020B0503020204020204" pitchFamily="34" charset="-122"/>
                <a:ea typeface="微软雅黑" panose="020B0503020204020204" pitchFamily="34" charset="-122"/>
              </a:rPr>
              <a:t>个主机与设备内存统一高效管理方法</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412750" indent="-285750" fontAlgn="auto" latinLnBrk="0">
              <a:lnSpc>
                <a:spcPct val="120000"/>
              </a:lnSpc>
              <a:spcBef>
                <a:spcPts val="400"/>
              </a:spcBef>
              <a:spcAft>
                <a:spcPts val="0"/>
              </a:spcAft>
              <a:buClr>
                <a:schemeClr val="tx2"/>
              </a:buClr>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一</a:t>
            </a:r>
            <a:r>
              <a:rPr lang="zh-CN" altLang="en-US" sz="1600" b="0" dirty="0" smtClean="0">
                <a:solidFill>
                  <a:schemeClr val="tx1"/>
                </a:solidFill>
                <a:latin typeface="微软雅黑" panose="020B0503020204020204" pitchFamily="34" charset="-122"/>
                <a:ea typeface="微软雅黑" panose="020B0503020204020204" pitchFamily="34" charset="-122"/>
              </a:rPr>
              <a:t>个基于任务规模与优先级的动态调度技术</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412750" indent="-285750" fontAlgn="auto" latinLnBrk="0">
              <a:lnSpc>
                <a:spcPct val="120000"/>
              </a:lnSpc>
              <a:spcBef>
                <a:spcPts val="400"/>
              </a:spcBef>
              <a:spcAft>
                <a:spcPts val="0"/>
              </a:spcAft>
              <a:buClr>
                <a:schemeClr val="tx2"/>
              </a:buClr>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一</a:t>
            </a:r>
            <a:r>
              <a:rPr lang="zh-CN" altLang="en-US" sz="1600" b="0" dirty="0" smtClean="0">
                <a:solidFill>
                  <a:schemeClr val="tx1"/>
                </a:solidFill>
                <a:latin typeface="微软雅黑" panose="020B0503020204020204" pitchFamily="34" charset="-122"/>
                <a:ea typeface="微软雅黑" panose="020B0503020204020204" pitchFamily="34" charset="-122"/>
              </a:rPr>
              <a:t>个大规模任务切割，多</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协同运算方法</a:t>
            </a:r>
            <a:endParaRPr lang="en-US" altLang="zh-CN" sz="1600" b="0" dirty="0" smtClean="0">
              <a:solidFill>
                <a:schemeClr val="tx1"/>
              </a:solidFill>
              <a:latin typeface="微软雅黑" panose="020B0503020204020204" pitchFamily="34" charset="-122"/>
              <a:ea typeface="微软雅黑" panose="020B0503020204020204" pitchFamily="34" charset="-122"/>
            </a:endParaRPr>
          </a:p>
          <a:p>
            <a:pPr marL="127000" fontAlgn="auto" latinLnBrk="0">
              <a:lnSpc>
                <a:spcPct val="120000"/>
              </a:lnSpc>
              <a:spcBef>
                <a:spcPts val="400"/>
              </a:spcBef>
              <a:spcAft>
                <a:spcPts val="0"/>
              </a:spcAft>
              <a:buClr>
                <a:schemeClr val="tx2"/>
              </a:buClr>
            </a:pPr>
            <a:r>
              <a:rPr lang="zh-CN" altLang="en-US" sz="1600" b="0" dirty="0" smtClean="0">
                <a:solidFill>
                  <a:schemeClr val="tx1"/>
                </a:solidFill>
                <a:latin typeface="微软雅黑" panose="020B0503020204020204" pitchFamily="34" charset="-122"/>
                <a:ea typeface="微软雅黑" panose="020B0503020204020204" pitchFamily="34" charset="-122"/>
              </a:rPr>
              <a:t>最终形成一套高性能的异构平台流数据处理机制，实现对海量雷达信号的高效处理。</a:t>
            </a:r>
            <a:endParaRPr lang="en-US" altLang="zh-CN" sz="1600" b="0" dirty="0">
              <a:solidFill>
                <a:schemeClr val="tx1"/>
              </a:solidFill>
              <a:latin typeface="微软雅黑" panose="020B0503020204020204" pitchFamily="34" charset="-122"/>
              <a:ea typeface="微软雅黑" panose="020B0503020204020204" pitchFamily="34" charset="-122"/>
            </a:endParaRPr>
          </a:p>
        </p:txBody>
      </p:sp>
      <p:grpSp>
        <p:nvGrpSpPr>
          <p:cNvPr id="17" name="Group 31">
            <a:extLst>
              <a:ext uri="{FF2B5EF4-FFF2-40B4-BE49-F238E27FC236}">
                <a16:creationId xmlns:a16="http://schemas.microsoft.com/office/drawing/2014/main" id="{A8AEAF8E-26B8-4AEC-B4E6-4D71355376CD}"/>
              </a:ext>
            </a:extLst>
          </p:cNvPr>
          <p:cNvGrpSpPr/>
          <p:nvPr/>
        </p:nvGrpSpPr>
        <p:grpSpPr bwMode="auto">
          <a:xfrm>
            <a:off x="-63352" y="1890351"/>
            <a:ext cx="3026730" cy="392415"/>
            <a:chOff x="-275120" y="-29515"/>
            <a:chExt cx="4178223" cy="466169"/>
          </a:xfrm>
        </p:grpSpPr>
        <p:sp>
          <p:nvSpPr>
            <p:cNvPr id="18" name="矩形 82">
              <a:extLst>
                <a:ext uri="{FF2B5EF4-FFF2-40B4-BE49-F238E27FC236}">
                  <a16:creationId xmlns:a16="http://schemas.microsoft.com/office/drawing/2014/main" id="{428882F5-0BBA-4130-9DE7-0262D06E80F3}"/>
                </a:ext>
              </a:extLst>
            </p:cNvPr>
            <p:cNvSpPr>
              <a:spLocks noChangeArrowheads="1"/>
            </p:cNvSpPr>
            <p:nvPr/>
          </p:nvSpPr>
          <p:spPr bwMode="auto">
            <a:xfrm>
              <a:off x="-275120" y="-29515"/>
              <a:ext cx="1975305" cy="466169"/>
            </a:xfrm>
            <a:prstGeom prst="rect">
              <a:avLst/>
            </a:prstGeom>
            <a:noFill/>
            <a:ln w="9525">
              <a:noFill/>
              <a:miter lim="800000"/>
            </a:ln>
          </p:spPr>
          <p:txBody>
            <a:bodyPr wrap="square">
              <a:spAutoFit/>
            </a:bodyPr>
            <a:lstStyle/>
            <a:p>
              <a:endParaRPr lang="zh-CN" altLang="en-US" sz="1950" dirty="0">
                <a:solidFill>
                  <a:schemeClr val="bg1"/>
                </a:solidFill>
                <a:latin typeface="微软雅黑" panose="020B0503020204020204" pitchFamily="34" charset="-122"/>
                <a:ea typeface="微软雅黑" panose="020B0503020204020204" pitchFamily="34" charset="-122"/>
              </a:endParaRPr>
            </a:p>
          </p:txBody>
        </p:sp>
        <p:sp>
          <p:nvSpPr>
            <p:cNvPr id="19" name="剪去单角的矩形 123">
              <a:extLst>
                <a:ext uri="{FF2B5EF4-FFF2-40B4-BE49-F238E27FC236}">
                  <a16:creationId xmlns:a16="http://schemas.microsoft.com/office/drawing/2014/main" id="{8B99E155-344C-4144-A8F1-3A60B53BC35E}"/>
                </a:ext>
              </a:extLst>
            </p:cNvPr>
            <p:cNvSpPr>
              <a:spLocks noChangeArrowheads="1"/>
            </p:cNvSpPr>
            <p:nvPr/>
          </p:nvSpPr>
          <p:spPr bwMode="auto">
            <a:xfrm>
              <a:off x="1" y="16322"/>
              <a:ext cx="3903102" cy="375430"/>
            </a:xfrm>
            <a:custGeom>
              <a:avLst/>
              <a:gdLst>
                <a:gd name="T0" fmla="*/ 0 w 1576223"/>
                <a:gd name="T1" fmla="*/ 0 h 342328"/>
                <a:gd name="T2" fmla="*/ 277 w 1576223"/>
                <a:gd name="T3" fmla="*/ 0 h 342328"/>
                <a:gd name="T4" fmla="*/ 305 w 1576223"/>
                <a:gd name="T5" fmla="*/ 170 h 342328"/>
                <a:gd name="T6" fmla="*/ 305 w 1576223"/>
                <a:gd name="T7" fmla="*/ 400 h 342328"/>
                <a:gd name="T8" fmla="*/ 0 w 1576223"/>
                <a:gd name="T9" fmla="*/ 400 h 342328"/>
                <a:gd name="T10" fmla="*/ 0 w 1576223"/>
                <a:gd name="T11" fmla="*/ 0 h 342328"/>
                <a:gd name="T12" fmla="*/ 0 60000 65536"/>
                <a:gd name="T13" fmla="*/ 0 60000 65536"/>
                <a:gd name="T14" fmla="*/ 0 60000 65536"/>
                <a:gd name="T15" fmla="*/ 0 60000 65536"/>
                <a:gd name="T16" fmla="*/ 0 60000 65536"/>
                <a:gd name="T17" fmla="*/ 0 60000 65536"/>
                <a:gd name="T18" fmla="*/ 0 w 1576223"/>
                <a:gd name="T19" fmla="*/ 0 h 342328"/>
                <a:gd name="T20" fmla="*/ 1576223 w 1576223"/>
                <a:gd name="T21" fmla="*/ 342328 h 342328"/>
              </a:gdLst>
              <a:ahLst/>
              <a:cxnLst>
                <a:cxn ang="T12">
                  <a:pos x="T0" y="T1"/>
                </a:cxn>
                <a:cxn ang="T13">
                  <a:pos x="T2" y="T3"/>
                </a:cxn>
                <a:cxn ang="T14">
                  <a:pos x="T4" y="T5"/>
                </a:cxn>
                <a:cxn ang="T15">
                  <a:pos x="T6" y="T7"/>
                </a:cxn>
                <a:cxn ang="T16">
                  <a:pos x="T8" y="T9"/>
                </a:cxn>
                <a:cxn ang="T17">
                  <a:pos x="T10" y="T11"/>
                </a:cxn>
              </a:cxnLst>
              <a:rect l="T18" t="T19" r="T20" b="T21"/>
              <a:pathLst>
                <a:path w="1576223" h="342328">
                  <a:moveTo>
                    <a:pt x="0" y="0"/>
                  </a:moveTo>
                  <a:lnTo>
                    <a:pt x="1430634" y="0"/>
                  </a:lnTo>
                  <a:lnTo>
                    <a:pt x="1576223" y="145589"/>
                  </a:lnTo>
                  <a:lnTo>
                    <a:pt x="1576223" y="342328"/>
                  </a:lnTo>
                  <a:lnTo>
                    <a:pt x="0" y="342328"/>
                  </a:lnTo>
                  <a:lnTo>
                    <a:pt x="0" y="0"/>
                  </a:lnTo>
                  <a:close/>
                </a:path>
              </a:pathLst>
            </a:custGeom>
            <a:solidFill>
              <a:schemeClr val="accent1">
                <a:lumMod val="60000"/>
                <a:lumOff val="40000"/>
              </a:schemeClr>
            </a:solidFill>
            <a:ln w="9525">
              <a:noFill/>
              <a:miter lim="800000"/>
            </a:ln>
          </p:spPr>
          <p:txBody>
            <a:bodyPr/>
            <a:lstStyle/>
            <a:p>
              <a:r>
                <a:rPr lang="zh-CN" altLang="en-US" sz="1600" dirty="0" smtClean="0">
                  <a:solidFill>
                    <a:schemeClr val="bg1"/>
                  </a:solidFill>
                  <a:latin typeface="微软雅黑" panose="020B0503020204020204" pitchFamily="34" charset="-122"/>
                  <a:ea typeface="黑体" panose="02010609060101010101" pitchFamily="49" charset="-122"/>
                </a:rPr>
                <a:t>异构平台计算</a:t>
              </a:r>
              <a:r>
                <a:rPr lang="zh-CN" altLang="en-US" sz="1600" dirty="0">
                  <a:solidFill>
                    <a:schemeClr val="bg1"/>
                  </a:solidFill>
                  <a:latin typeface="微软雅黑" panose="020B0503020204020204" pitchFamily="34" charset="-122"/>
                  <a:ea typeface="黑体" panose="02010609060101010101" pitchFamily="49" charset="-122"/>
                </a:rPr>
                <a:t>概况</a:t>
              </a:r>
            </a:p>
          </p:txBody>
        </p:sp>
      </p:gr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2759" y="2086558"/>
            <a:ext cx="5033188" cy="4555175"/>
          </a:xfrm>
          <a:prstGeom prst="rect">
            <a:avLst/>
          </a:prstGeom>
        </p:spPr>
      </p:pic>
    </p:spTree>
    <p:extLst>
      <p:ext uri="{BB962C8B-B14F-4D97-AF65-F5344CB8AC3E}">
        <p14:creationId xmlns:p14="http://schemas.microsoft.com/office/powerpoint/2010/main" val="459670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nvSpPr>
        <p:spPr bwMode="auto">
          <a:xfrm>
            <a:off x="257174" y="2598420"/>
            <a:ext cx="8137526" cy="3583305"/>
          </a:xfrm>
          <a:prstGeom prst="roundRect">
            <a:avLst>
              <a:gd name="adj" fmla="val 6705"/>
            </a:avLst>
          </a:prstGeom>
          <a:noFill/>
          <a:ln w="19050" cap="flat" cmpd="sng" algn="ctr">
            <a:solidFill>
              <a:schemeClr val="accent1">
                <a:lumMod val="60000"/>
                <a:lumOff val="40000"/>
              </a:schemeClr>
            </a:solidFill>
            <a:prstDash val="solid"/>
            <a:round/>
            <a:headEnd type="none" w="med" len="med"/>
            <a:tailEnd type="none" w="med" len="med"/>
          </a:ln>
        </p:spPr>
        <p:txBody>
          <a:bodyPr vert="horz" wrap="square" lIns="68608" tIns="34304" rIns="68608" bIns="34304" numCol="1" rtlCol="0" anchor="t" anchorCtr="0" compatLnSpc="1"/>
          <a:lstStyle/>
          <a:p>
            <a:pPr marL="127000" indent="0" fontAlgn="auto" latinLnBrk="0">
              <a:lnSpc>
                <a:spcPct val="150000"/>
              </a:lnSpc>
              <a:spcBef>
                <a:spcPts val="0"/>
              </a:spcBef>
              <a:spcAft>
                <a:spcPts val="0"/>
              </a:spcAft>
              <a:buClr>
                <a:schemeClr val="tx2"/>
              </a:buClr>
              <a:buFont typeface="Arial" panose="020B0604020202020204" pitchFamily="34" charset="0"/>
              <a:buNone/>
            </a:pPr>
            <a:endParaRPr lang="en-US" altLang="zh-CN" sz="1600" b="0" dirty="0">
              <a:solidFill>
                <a:schemeClr val="tx1"/>
              </a:solidFill>
              <a:latin typeface="微软雅黑" panose="020B0503020204020204" pitchFamily="34" charset="-122"/>
              <a:ea typeface="微软雅黑" panose="020B0503020204020204" pitchFamily="34" charset="-122"/>
            </a:endParaRPr>
          </a:p>
        </p:txBody>
      </p:sp>
      <p:sp>
        <p:nvSpPr>
          <p:cNvPr id="3"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研究内容</a:t>
            </a:r>
          </a:p>
        </p:txBody>
      </p:sp>
      <p:sp>
        <p:nvSpPr>
          <p:cNvPr id="28" name="圆角矩形 44"/>
          <p:cNvSpPr/>
          <p:nvPr/>
        </p:nvSpPr>
        <p:spPr>
          <a:xfrm>
            <a:off x="474344" y="2781299"/>
            <a:ext cx="7679056" cy="3140529"/>
          </a:xfrm>
          <a:prstGeom prst="roundRect">
            <a:avLst/>
          </a:prstGeom>
          <a:solidFill>
            <a:srgbClr val="EEEEEE"/>
          </a:solidFill>
          <a:ln w="9525">
            <a:solidFill>
              <a:srgbClr val="CED0D5"/>
            </a:solidFill>
            <a:miter lim="800000"/>
          </a:ln>
          <a:effectLst>
            <a:outerShdw blurRad="50800" dist="38100" dir="5400000" algn="t" rotWithShape="0">
              <a:prstClr val="black">
                <a:alpha val="40000"/>
              </a:prstClr>
            </a:outerShdw>
          </a:effectLst>
        </p:spPr>
        <p:txBody>
          <a:bodyPr anchor="ctr" anchorCtr="0"/>
          <a:lstStyle/>
          <a:p>
            <a:pPr marL="69850" lvl="0" fontAlgn="auto">
              <a:lnSpc>
                <a:spcPct val="130000"/>
              </a:lnSpc>
              <a:spcBef>
                <a:spcPts val="0"/>
              </a:spcBef>
              <a:spcAft>
                <a:spcPts val="0"/>
              </a:spcAft>
              <a:buClr>
                <a:schemeClr val="tx2"/>
              </a:buClr>
            </a:pPr>
            <a:endParaRPr lang="en-US" altLang="zh-CN" sz="1600" b="0" dirty="0" smtClean="0">
              <a:solidFill>
                <a:schemeClr val="tx1"/>
              </a:solidFill>
              <a:latin typeface="微软雅黑" panose="020B0503020204020204" pitchFamily="34" charset="-122"/>
              <a:ea typeface="微软雅黑" panose="020B0503020204020204" pitchFamily="34" charset="-122"/>
            </a:endParaRPr>
          </a:p>
          <a:p>
            <a:pPr marL="355600" lvl="0" indent="-285750" fontAlgn="auto">
              <a:lnSpc>
                <a:spcPct val="130000"/>
              </a:lnSpc>
              <a:spcBef>
                <a:spcPts val="0"/>
              </a:spcBef>
              <a:spcAft>
                <a:spcPts val="0"/>
              </a:spcAft>
              <a:buClr>
                <a:schemeClr val="tx2"/>
              </a:buClr>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在海量</a:t>
            </a:r>
            <a:r>
              <a:rPr lang="zh-CN" altLang="en-US" sz="1600" b="0" dirty="0" smtClean="0">
                <a:solidFill>
                  <a:schemeClr val="tx1"/>
                </a:solidFill>
                <a:latin typeface="微软雅黑" panose="020B0503020204020204" pitchFamily="34" charset="-122"/>
                <a:ea typeface="微软雅黑" panose="020B0503020204020204" pitchFamily="34" charset="-122"/>
              </a:rPr>
              <a:t>高速流式数据计算</a:t>
            </a:r>
            <a:r>
              <a:rPr lang="zh-CN" altLang="en-US" sz="1600" b="0" dirty="0">
                <a:solidFill>
                  <a:schemeClr val="tx1"/>
                </a:solidFill>
                <a:latin typeface="微软雅黑" panose="020B0503020204020204" pitchFamily="34" charset="-122"/>
                <a:ea typeface="微软雅黑" panose="020B0503020204020204" pitchFamily="34" charset="-122"/>
              </a:rPr>
              <a:t>场景下</a:t>
            </a:r>
            <a:r>
              <a:rPr lang="zh-CN" altLang="en-US" sz="1600" b="0" dirty="0" smtClean="0">
                <a:solidFill>
                  <a:schemeClr val="tx1"/>
                </a:solidFill>
                <a:latin typeface="微软雅黑" panose="020B0503020204020204" pitchFamily="34" charset="-122"/>
                <a:ea typeface="微软雅黑" panose="020B0503020204020204" pitchFamily="34" charset="-122"/>
              </a:rPr>
              <a:t>，接收机内存</a:t>
            </a:r>
            <a:r>
              <a:rPr lang="zh-CN" altLang="en-US" sz="1600" b="0" dirty="0">
                <a:solidFill>
                  <a:schemeClr val="tx1"/>
                </a:solidFill>
                <a:latin typeface="微软雅黑" panose="020B0503020204020204" pitchFamily="34" charset="-122"/>
                <a:ea typeface="微软雅黑" panose="020B0503020204020204" pitchFamily="34" charset="-122"/>
              </a:rPr>
              <a:t>空间</a:t>
            </a:r>
            <a:r>
              <a:rPr lang="zh-CN" altLang="en-US" sz="1600" dirty="0">
                <a:solidFill>
                  <a:schemeClr val="tx1"/>
                </a:solidFill>
                <a:latin typeface="微软雅黑" panose="020B0503020204020204" pitchFamily="34" charset="-122"/>
                <a:ea typeface="微软雅黑" panose="020B0503020204020204" pitchFamily="34" charset="-122"/>
              </a:rPr>
              <a:t>分配</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释放操作频繁</a:t>
            </a:r>
            <a:r>
              <a:rPr lang="zh-CN" altLang="en-US" sz="1600" b="0" dirty="0" smtClean="0">
                <a:solidFill>
                  <a:schemeClr val="tx1"/>
                </a:solidFill>
                <a:latin typeface="微软雅黑" panose="020B0503020204020204" pitchFamily="34" charset="-122"/>
                <a:ea typeface="微软雅黑" panose="020B0503020204020204" pitchFamily="34" charset="-122"/>
              </a:rPr>
              <a:t>，在</a:t>
            </a:r>
            <a:r>
              <a:rPr lang="en-US" altLang="zh-CN" sz="1600" dirty="0" smtClean="0">
                <a:solidFill>
                  <a:schemeClr val="tx1"/>
                </a:solidFill>
                <a:latin typeface="微软雅黑" panose="020B0503020204020204" pitchFamily="34" charset="-122"/>
                <a:ea typeface="微软雅黑" panose="020B0503020204020204" pitchFamily="34" charset="-122"/>
              </a:rPr>
              <a:t>GB</a:t>
            </a:r>
            <a:r>
              <a:rPr lang="zh-CN" altLang="en-US" sz="1600" dirty="0" smtClean="0">
                <a:solidFill>
                  <a:schemeClr val="tx1"/>
                </a:solidFill>
                <a:latin typeface="微软雅黑" panose="020B0503020204020204" pitchFamily="34" charset="-122"/>
                <a:ea typeface="微软雅黑" panose="020B0503020204020204" pitchFamily="34" charset="-122"/>
              </a:rPr>
              <a:t>级别的流量规模</a:t>
            </a:r>
            <a:r>
              <a:rPr lang="zh-CN" altLang="en-US" sz="1600" b="0" dirty="0" smtClean="0">
                <a:solidFill>
                  <a:schemeClr val="tx1"/>
                </a:solidFill>
                <a:latin typeface="微软雅黑" panose="020B0503020204020204" pitchFamily="34" charset="-122"/>
                <a:ea typeface="微软雅黑" panose="020B0503020204020204" pitchFamily="34" charset="-122"/>
              </a:rPr>
              <a:t>下，对计算平台缓存数据的能力产生</a:t>
            </a:r>
            <a:r>
              <a:rPr lang="zh-CN" altLang="en-US" sz="1600" b="0" dirty="0">
                <a:solidFill>
                  <a:schemeClr val="tx1"/>
                </a:solidFill>
                <a:latin typeface="微软雅黑" panose="020B0503020204020204" pitchFamily="34" charset="-122"/>
                <a:ea typeface="微软雅黑" panose="020B0503020204020204" pitchFamily="34" charset="-122"/>
              </a:rPr>
              <a:t>极大的影响</a:t>
            </a:r>
            <a:r>
              <a:rPr lang="zh-CN" altLang="en-US" sz="1600" b="0" dirty="0" smtClean="0">
                <a:solidFill>
                  <a:schemeClr val="tx1"/>
                </a:solidFill>
                <a:latin typeface="微软雅黑" panose="020B0503020204020204" pitchFamily="34" charset="-122"/>
                <a:ea typeface="微软雅黑" panose="020B0503020204020204" pitchFamily="34" charset="-122"/>
              </a:rPr>
              <a:t>。异构</a:t>
            </a:r>
            <a:r>
              <a:rPr lang="zh-CN" altLang="en-US" sz="1600" b="0" dirty="0">
                <a:solidFill>
                  <a:schemeClr val="tx1"/>
                </a:solidFill>
                <a:latin typeface="微软雅黑" panose="020B0503020204020204" pitchFamily="34" charset="-122"/>
                <a:ea typeface="微软雅黑" panose="020B0503020204020204" pitchFamily="34" charset="-122"/>
              </a:rPr>
              <a:t>编程模型中</a:t>
            </a:r>
            <a:r>
              <a:rPr lang="zh-CN" altLang="en-US" sz="1600" b="0" dirty="0" smtClean="0">
                <a:solidFill>
                  <a:schemeClr val="tx1"/>
                </a:solidFill>
                <a:latin typeface="微软雅黑" panose="020B0503020204020204" pitchFamily="34" charset="-122"/>
                <a:ea typeface="微软雅黑" panose="020B0503020204020204" pitchFamily="34" charset="-122"/>
              </a:rPr>
              <a:t>，主机与设备、设备与设备之间</a:t>
            </a:r>
            <a:r>
              <a:rPr lang="zh-CN" altLang="en-US" sz="1600" dirty="0">
                <a:solidFill>
                  <a:schemeClr val="tx1"/>
                </a:solidFill>
                <a:latin typeface="微软雅黑" panose="020B0503020204020204" pitchFamily="34" charset="-122"/>
                <a:ea typeface="微软雅黑" panose="020B0503020204020204" pitchFamily="34" charset="-122"/>
              </a:rPr>
              <a:t>地址空间隔离</a:t>
            </a:r>
            <a:r>
              <a:rPr lang="zh-CN" altLang="en-US" sz="1600" b="0" dirty="0" smtClean="0">
                <a:solidFill>
                  <a:schemeClr val="tx1"/>
                </a:solidFill>
                <a:latin typeface="微软雅黑" panose="020B0503020204020204" pitchFamily="34" charset="-122"/>
                <a:ea typeface="微软雅黑" panose="020B0503020204020204" pitchFamily="34" charset="-122"/>
              </a:rPr>
              <a:t>，重复的指针数据带来程序</a:t>
            </a:r>
            <a:r>
              <a:rPr lang="zh-CN" altLang="en-US" sz="1600" b="0" dirty="0">
                <a:solidFill>
                  <a:schemeClr val="tx1"/>
                </a:solidFill>
                <a:latin typeface="微软雅黑" panose="020B0503020204020204" pitchFamily="34" charset="-122"/>
                <a:ea typeface="微软雅黑" panose="020B0503020204020204" pitchFamily="34" charset="-122"/>
              </a:rPr>
              <a:t>混乱；</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设备间数据拷贝需要</a:t>
            </a:r>
            <a:r>
              <a:rPr lang="zh-CN" altLang="en-US" sz="1600" dirty="0" smtClean="0">
                <a:solidFill>
                  <a:schemeClr val="tx1"/>
                </a:solidFill>
                <a:latin typeface="微软雅黑" panose="020B0503020204020204" pitchFamily="34" charset="-122"/>
                <a:ea typeface="微软雅黑" panose="020B0503020204020204" pitchFamily="34" charset="-122"/>
              </a:rPr>
              <a:t>被迫经过</a:t>
            </a:r>
            <a:r>
              <a:rPr lang="en-US" altLang="zh-CN" sz="1600" dirty="0" smtClean="0">
                <a:solidFill>
                  <a:schemeClr val="tx1"/>
                </a:solidFill>
                <a:latin typeface="微软雅黑" panose="020B0503020204020204" pitchFamily="34" charset="-122"/>
                <a:ea typeface="微软雅黑" panose="020B0503020204020204" pitchFamily="34" charset="-122"/>
              </a:rPr>
              <a:t>CPU</a:t>
            </a:r>
            <a:r>
              <a:rPr lang="zh-CN" altLang="en-US" sz="1600" dirty="0">
                <a:solidFill>
                  <a:schemeClr val="tx1"/>
                </a:solidFill>
                <a:latin typeface="微软雅黑" panose="020B0503020204020204" pitchFamily="34" charset="-122"/>
                <a:ea typeface="微软雅黑" panose="020B0503020204020204" pitchFamily="34" charset="-122"/>
              </a:rPr>
              <a:t>内存</a:t>
            </a:r>
            <a:r>
              <a:rPr lang="zh-CN" altLang="en-US" sz="1600" dirty="0" smtClean="0">
                <a:solidFill>
                  <a:schemeClr val="tx1"/>
                </a:solidFill>
                <a:latin typeface="微软雅黑" panose="020B0503020204020204" pitchFamily="34" charset="-122"/>
                <a:ea typeface="微软雅黑" panose="020B0503020204020204" pitchFamily="34" charset="-122"/>
              </a:rPr>
              <a:t>缓存</a:t>
            </a:r>
            <a:r>
              <a:rPr lang="zh-CN" altLang="en-US" sz="1600" b="0" dirty="0" smtClean="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链表、树、图</a:t>
            </a:r>
            <a:r>
              <a:rPr lang="zh-CN" altLang="en-US" sz="1600" b="0" dirty="0">
                <a:solidFill>
                  <a:schemeClr val="tx1"/>
                </a:solidFill>
                <a:latin typeface="微软雅黑" panose="020B0503020204020204" pitchFamily="34" charset="-122"/>
                <a:ea typeface="微软雅黑" panose="020B0503020204020204" pitchFamily="34" charset="-122"/>
              </a:rPr>
              <a:t>等高级数据结构无法直接拷贝至</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设备运算。</a:t>
            </a:r>
            <a:endParaRPr lang="en-US" altLang="zh-CN" sz="1600" b="0" dirty="0" smtClean="0">
              <a:solidFill>
                <a:schemeClr val="tx1"/>
              </a:solidFill>
              <a:latin typeface="微软雅黑" panose="020B0503020204020204" pitchFamily="34" charset="-122"/>
              <a:ea typeface="微软雅黑" panose="020B0503020204020204" pitchFamily="34" charset="-122"/>
            </a:endParaRPr>
          </a:p>
          <a:p>
            <a:pPr marL="355600" lvl="0" indent="-285750" fontAlgn="auto">
              <a:lnSpc>
                <a:spcPct val="130000"/>
              </a:lnSpc>
              <a:spcBef>
                <a:spcPts val="0"/>
              </a:spcBef>
              <a:spcAft>
                <a:spcPts val="0"/>
              </a:spcAft>
              <a:buClr>
                <a:schemeClr val="tx2"/>
              </a:buClr>
              <a:buFont typeface="Arial" panose="020B0604020202020204" pitchFamily="34" charset="0"/>
              <a:buChar char="•"/>
            </a:pPr>
            <a:r>
              <a:rPr lang="zh-CN" altLang="en-US" sz="1600" b="0" dirty="0" smtClean="0">
                <a:solidFill>
                  <a:schemeClr val="tx1"/>
                </a:solidFill>
                <a:latin typeface="微软雅黑" panose="020B0503020204020204" pitchFamily="34" charset="-122"/>
                <a:ea typeface="微软雅黑" panose="020B0503020204020204" pitchFamily="34" charset="-122"/>
              </a:rPr>
              <a:t>针对这些问题，受</a:t>
            </a:r>
            <a:r>
              <a:rPr lang="en-US" altLang="zh-CN" sz="1600" b="0" dirty="0" smtClean="0">
                <a:solidFill>
                  <a:schemeClr val="tx1"/>
                </a:solidFill>
                <a:latin typeface="微软雅黑" panose="020B0503020204020204" pitchFamily="34" charset="-122"/>
                <a:ea typeface="微软雅黑" panose="020B0503020204020204" pitchFamily="34" charset="-122"/>
              </a:rPr>
              <a:t>UVA</a:t>
            </a:r>
            <a:r>
              <a:rPr lang="zh-CN" altLang="en-US" sz="1600" b="0" dirty="0" smtClean="0">
                <a:solidFill>
                  <a:schemeClr val="tx1"/>
                </a:solidFill>
                <a:latin typeface="微软雅黑" panose="020B0503020204020204" pitchFamily="34" charset="-122"/>
                <a:ea typeface="微软雅黑" panose="020B0503020204020204" pitchFamily="34" charset="-122"/>
              </a:rPr>
              <a:t>的内存管理技术启发，设计一种</a:t>
            </a:r>
            <a:r>
              <a:rPr lang="zh-CN" altLang="en-US" sz="1600" dirty="0" smtClean="0">
                <a:solidFill>
                  <a:schemeClr val="tx1"/>
                </a:solidFill>
                <a:latin typeface="微软雅黑" panose="020B0503020204020204" pitchFamily="34" charset="-122"/>
                <a:ea typeface="微软雅黑" panose="020B0503020204020204" pitchFamily="34" charset="-122"/>
              </a:rPr>
              <a:t>主机、设备内存统一高效管理方法</a:t>
            </a:r>
            <a:r>
              <a:rPr lang="zh-CN" altLang="en-US" sz="1600" b="0" dirty="0" smtClean="0">
                <a:solidFill>
                  <a:schemeClr val="tx1"/>
                </a:solidFill>
                <a:latin typeface="微软雅黑" panose="020B0503020204020204" pitchFamily="34" charset="-122"/>
                <a:ea typeface="微软雅黑" panose="020B0503020204020204" pitchFamily="34" charset="-122"/>
              </a:rPr>
              <a:t>，将</a:t>
            </a:r>
            <a:r>
              <a:rPr lang="en-US" altLang="zh-CN" sz="1600" b="0" dirty="0" smtClean="0">
                <a:solidFill>
                  <a:schemeClr val="tx1"/>
                </a:solidFill>
                <a:latin typeface="微软雅黑" panose="020B0503020204020204" pitchFamily="34" charset="-122"/>
                <a:ea typeface="微软雅黑" panose="020B0503020204020204" pitchFamily="34" charset="-122"/>
              </a:rPr>
              <a:t>CPU</a:t>
            </a:r>
            <a:r>
              <a:rPr lang="zh-CN" altLang="en-US" sz="1600" b="0" dirty="0" smtClean="0">
                <a:solidFill>
                  <a:schemeClr val="tx1"/>
                </a:solidFill>
                <a:latin typeface="微软雅黑" panose="020B0503020204020204" pitchFamily="34" charset="-122"/>
                <a:ea typeface="微软雅黑" panose="020B0503020204020204" pitchFamily="34" charset="-122"/>
              </a:rPr>
              <a:t>与</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内存空间统一映射到</a:t>
            </a:r>
            <a:r>
              <a:rPr lang="zh-CN" altLang="en-US" sz="1600" b="0" dirty="0">
                <a:solidFill>
                  <a:schemeClr val="tx1"/>
                </a:solidFill>
                <a:latin typeface="微软雅黑" panose="020B0503020204020204" pitchFamily="34" charset="-122"/>
                <a:ea typeface="微软雅黑" panose="020B0503020204020204" pitchFamily="34" charset="-122"/>
              </a:rPr>
              <a:t>一个</a:t>
            </a:r>
            <a:r>
              <a:rPr lang="zh-CN" altLang="en-US" sz="1600" dirty="0" smtClean="0">
                <a:solidFill>
                  <a:schemeClr val="tx1"/>
                </a:solidFill>
                <a:latin typeface="微软雅黑" panose="020B0503020204020204" pitchFamily="34" charset="-122"/>
                <a:ea typeface="微软雅黑" panose="020B0503020204020204" pitchFamily="34" charset="-122"/>
              </a:rPr>
              <a:t>统一虚拟地址空间</a:t>
            </a:r>
            <a:r>
              <a:rPr lang="zh-CN" altLang="en-US" sz="1600" b="0" dirty="0" smtClean="0">
                <a:solidFill>
                  <a:schemeClr val="tx1"/>
                </a:solidFill>
                <a:latin typeface="微软雅黑" panose="020B0503020204020204" pitchFamily="34" charset="-122"/>
                <a:ea typeface="微软雅黑" panose="020B0503020204020204" pitchFamily="34" charset="-122"/>
              </a:rPr>
              <a:t>，提供统一的内存分配管理接口和自定义指针类型，减少编程成本。并将主机端分配的</a:t>
            </a:r>
            <a:r>
              <a:rPr lang="en-US" altLang="zh-CN" sz="1600" b="0" dirty="0" smtClean="0">
                <a:solidFill>
                  <a:schemeClr val="tx1"/>
                </a:solidFill>
                <a:latin typeface="微软雅黑" panose="020B0503020204020204" pitchFamily="34" charset="-122"/>
                <a:ea typeface="微软雅黑" panose="020B0503020204020204" pitchFamily="34" charset="-122"/>
              </a:rPr>
              <a:t>pinned memory</a:t>
            </a:r>
            <a:r>
              <a:rPr lang="zh-CN" altLang="en-US" sz="1600" b="0" dirty="0" smtClean="0">
                <a:solidFill>
                  <a:schemeClr val="tx1"/>
                </a:solidFill>
                <a:latin typeface="微软雅黑" panose="020B0503020204020204" pitchFamily="34" charset="-122"/>
                <a:ea typeface="微软雅黑" panose="020B0503020204020204" pitchFamily="34" charset="-122"/>
              </a:rPr>
              <a:t>缓冲池保留，降低</a:t>
            </a:r>
            <a:r>
              <a:rPr lang="zh-CN" altLang="en-US" sz="1600" dirty="0" smtClean="0">
                <a:solidFill>
                  <a:schemeClr val="tx1"/>
                </a:solidFill>
                <a:latin typeface="微软雅黑" panose="020B0503020204020204" pitchFamily="34" charset="-122"/>
                <a:ea typeface="微软雅黑" panose="020B0503020204020204" pitchFamily="34" charset="-122"/>
              </a:rPr>
              <a:t>内存分配</a:t>
            </a:r>
            <a:r>
              <a:rPr lang="zh-CN" altLang="en-US" sz="1600" b="0" dirty="0" smtClean="0">
                <a:solidFill>
                  <a:schemeClr val="tx1"/>
                </a:solidFill>
                <a:latin typeface="微软雅黑" panose="020B0503020204020204" pitchFamily="34" charset="-122"/>
                <a:ea typeface="微软雅黑" panose="020B0503020204020204" pitchFamily="34" charset="-122"/>
              </a:rPr>
              <a:t>操作的开销。</a:t>
            </a:r>
            <a:endParaRPr lang="en-US" altLang="zh-CN" sz="1600" b="0" dirty="0" smtClean="0">
              <a:solidFill>
                <a:schemeClr val="tx1"/>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810894" y="1562735"/>
            <a:ext cx="7583806" cy="746760"/>
          </a:xfrm>
          <a:prstGeom prst="round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indent="0">
              <a:lnSpc>
                <a:spcPct val="130000"/>
              </a:lnSpc>
              <a:buFont typeface="Arial" panose="020B0604020202020204" pitchFamily="34" charset="0"/>
              <a:buNone/>
            </a:pPr>
            <a:r>
              <a:rPr lang="zh-CN" altLang="en-US" sz="1800" dirty="0" smtClean="0">
                <a:solidFill>
                  <a:schemeClr val="tx1"/>
                </a:solidFill>
                <a:latin typeface="微软雅黑" panose="020B0503020204020204" pitchFamily="34" charset="-122"/>
                <a:ea typeface="微软雅黑" panose="020B0503020204020204" pitchFamily="34" charset="-122"/>
                <a:sym typeface="+mn-ea"/>
              </a:rPr>
              <a:t>      主机与设备内存统一高效管理方法</a:t>
            </a:r>
            <a:endParaRPr lang="zh-CN" altLang="en-US" sz="1600" dirty="0"/>
          </a:p>
        </p:txBody>
      </p:sp>
      <p:grpSp>
        <p:nvGrpSpPr>
          <p:cNvPr id="15" name="Group 5"/>
          <p:cNvGrpSpPr/>
          <p:nvPr/>
        </p:nvGrpSpPr>
        <p:grpSpPr bwMode="auto">
          <a:xfrm>
            <a:off x="175159" y="1458706"/>
            <a:ext cx="993873" cy="981009"/>
            <a:chOff x="802" y="845"/>
            <a:chExt cx="827" cy="826"/>
          </a:xfrm>
        </p:grpSpPr>
        <p:sp>
          <p:nvSpPr>
            <p:cNvPr id="16" name="Oval 6"/>
            <p:cNvSpPr>
              <a:spLocks noChangeArrowheads="1"/>
            </p:cNvSpPr>
            <p:nvPr/>
          </p:nvSpPr>
          <p:spPr bwMode="ltGray">
            <a:xfrm>
              <a:off x="802" y="845"/>
              <a:ext cx="827" cy="826"/>
            </a:xfrm>
            <a:prstGeom prst="ellipse">
              <a:avLst/>
            </a:prstGeom>
            <a:solidFill>
              <a:srgbClr val="F8F8F8"/>
            </a:solidFill>
            <a:ln w="19050">
              <a:solidFill>
                <a:schemeClr val="accent1">
                  <a:lumMod val="60000"/>
                  <a:lumOff val="40000"/>
                </a:schemeClr>
              </a:solidFill>
              <a:round/>
            </a:ln>
          </p:spPr>
          <p:txBody>
            <a:bodyPr wrap="none" anchor="ctr"/>
            <a:lstStyle/>
            <a:p>
              <a:endParaRPr lang="zh-CN" altLang="en-US" sz="1500">
                <a:latin typeface="Calibri" panose="020F0502020204030204" pitchFamily="34" charset="0"/>
                <a:cs typeface="Arial" panose="020B0604020202020204" pitchFamily="34" charset="0"/>
              </a:endParaRPr>
            </a:p>
          </p:txBody>
        </p:sp>
        <p:sp>
          <p:nvSpPr>
            <p:cNvPr id="17" name="Oval 7"/>
            <p:cNvSpPr>
              <a:spLocks noChangeArrowheads="1"/>
            </p:cNvSpPr>
            <p:nvPr/>
          </p:nvSpPr>
          <p:spPr bwMode="ltGray">
            <a:xfrm>
              <a:off x="836" y="879"/>
              <a:ext cx="758" cy="758"/>
            </a:xfrm>
            <a:prstGeom prst="ellipse">
              <a:avLst/>
            </a:prstGeom>
            <a:solidFill>
              <a:srgbClr val="FFFFFF"/>
            </a:solidFill>
            <a:ln w="19050">
              <a:solidFill>
                <a:schemeClr val="accent1">
                  <a:lumMod val="60000"/>
                  <a:lumOff val="40000"/>
                </a:schemeClr>
              </a:solidFill>
              <a:round/>
            </a:ln>
          </p:spPr>
          <p:txBody>
            <a:bodyPr wrap="none" anchor="ctr"/>
            <a:lstStyle/>
            <a:p>
              <a:endParaRPr lang="zh-CN" altLang="en-US" sz="1500">
                <a:latin typeface="Calibri" panose="020F0502020204030204" pitchFamily="34" charset="0"/>
                <a:cs typeface="Arial" panose="020B0604020202020204" pitchFamily="34" charset="0"/>
              </a:endParaRPr>
            </a:p>
          </p:txBody>
        </p:sp>
        <p:sp>
          <p:nvSpPr>
            <p:cNvPr id="18" name="Oval 8"/>
            <p:cNvSpPr>
              <a:spLocks noChangeArrowheads="1"/>
            </p:cNvSpPr>
            <p:nvPr/>
          </p:nvSpPr>
          <p:spPr bwMode="ltGray">
            <a:xfrm>
              <a:off x="870" y="915"/>
              <a:ext cx="690" cy="690"/>
            </a:xfrm>
            <a:prstGeom prst="ellipse">
              <a:avLst/>
            </a:prstGeom>
            <a:noFill/>
            <a:ln w="19050">
              <a:solidFill>
                <a:schemeClr val="accent1">
                  <a:lumMod val="60000"/>
                  <a:lumOff val="40000"/>
                </a:schemeClr>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500">
                <a:latin typeface="Calibri" panose="020F0502020204030204" pitchFamily="34" charset="0"/>
                <a:cs typeface="Arial" panose="020B0604020202020204" pitchFamily="34" charset="0"/>
              </a:endParaRPr>
            </a:p>
          </p:txBody>
        </p:sp>
      </p:grpSp>
      <p:sp>
        <p:nvSpPr>
          <p:cNvPr id="24" name="TextBox 69"/>
          <p:cNvSpPr txBox="1"/>
          <p:nvPr/>
        </p:nvSpPr>
        <p:spPr>
          <a:xfrm>
            <a:off x="228924" y="1616990"/>
            <a:ext cx="910616" cy="640080"/>
          </a:xfrm>
          <a:prstGeom prst="rect">
            <a:avLst/>
          </a:prstGeom>
          <a:noFill/>
        </p:spPr>
        <p:txBody>
          <a:bodyPr>
            <a:spAutoFit/>
          </a:bodyPr>
          <a:lstStyle/>
          <a:p>
            <a:pPr algn="ctr">
              <a:defRPr/>
            </a:pPr>
            <a:r>
              <a:rPr lang="zh-CN" altLang="en-US" sz="1800" b="1" dirty="0">
                <a:solidFill>
                  <a:schemeClr val="tx1"/>
                </a:solidFill>
                <a:latin typeface="微软雅黑" panose="020B0503020204020204" pitchFamily="34" charset="-122"/>
                <a:ea typeface="微软雅黑" panose="020B0503020204020204" pitchFamily="34" charset="-122"/>
              </a:rPr>
              <a:t>研究</a:t>
            </a:r>
            <a:endParaRPr lang="en-US" altLang="zh-CN" sz="1800" b="1" dirty="0">
              <a:solidFill>
                <a:schemeClr val="tx1"/>
              </a:solidFill>
              <a:latin typeface="微软雅黑" panose="020B0503020204020204" pitchFamily="34" charset="-122"/>
              <a:ea typeface="微软雅黑" panose="020B0503020204020204" pitchFamily="34" charset="-122"/>
            </a:endParaRPr>
          </a:p>
          <a:p>
            <a:pPr algn="ctr">
              <a:defRPr/>
            </a:pPr>
            <a:r>
              <a:rPr lang="zh-CN" altLang="en-US" sz="1800" b="1" dirty="0">
                <a:solidFill>
                  <a:schemeClr val="tx1"/>
                </a:solidFill>
                <a:latin typeface="微软雅黑" panose="020B0503020204020204" pitchFamily="34" charset="-122"/>
                <a:ea typeface="微软雅黑" panose="020B0503020204020204" pitchFamily="34" charset="-122"/>
              </a:rPr>
              <a:t>内容一</a:t>
            </a:r>
            <a:endParaRPr lang="en-US" altLang="zh-CN" sz="18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49985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44"/>
          <p:cNvSpPr/>
          <p:nvPr/>
        </p:nvSpPr>
        <p:spPr>
          <a:xfrm>
            <a:off x="93235" y="1674589"/>
            <a:ext cx="3207314" cy="4776432"/>
          </a:xfrm>
          <a:prstGeom prst="roundRect">
            <a:avLst>
              <a:gd name="adj" fmla="val 9000"/>
            </a:avLst>
          </a:prstGeom>
          <a:noFill/>
          <a:ln w="19050">
            <a:solidFill>
              <a:schemeClr val="accent1">
                <a:lumMod val="60000"/>
                <a:lumOff val="40000"/>
              </a:schemeClr>
            </a:solidFill>
            <a:miter lim="800000"/>
          </a:ln>
        </p:spPr>
        <p:txBody>
          <a:bodyPr anchor="ctr"/>
          <a:lstStyle/>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smtClean="0">
                <a:solidFill>
                  <a:schemeClr val="tx1"/>
                </a:solidFill>
                <a:latin typeface="微软雅黑" panose="020B0503020204020204" pitchFamily="34" charset="-122"/>
                <a:ea typeface="微软雅黑" panose="020B0503020204020204" pitchFamily="34" charset="-122"/>
              </a:rPr>
              <a:t>实现一个内存管理模块，在</a:t>
            </a:r>
            <a:r>
              <a:rPr lang="en-US" altLang="zh-CN" sz="1400" b="0" dirty="0" smtClean="0">
                <a:solidFill>
                  <a:schemeClr val="tx1"/>
                </a:solidFill>
                <a:latin typeface="微软雅黑" panose="020B0503020204020204" pitchFamily="34" charset="-122"/>
                <a:ea typeface="微软雅黑" panose="020B0503020204020204" pitchFamily="34" charset="-122"/>
              </a:rPr>
              <a:t>CPU</a:t>
            </a:r>
            <a:r>
              <a:rPr lang="zh-CN" altLang="en-US" sz="1400" b="0" dirty="0" smtClean="0">
                <a:solidFill>
                  <a:schemeClr val="tx1"/>
                </a:solidFill>
                <a:latin typeface="微软雅黑" panose="020B0503020204020204" pitchFamily="34" charset="-122"/>
                <a:ea typeface="微软雅黑" panose="020B0503020204020204" pitchFamily="34" charset="-122"/>
              </a:rPr>
              <a:t>端分配</a:t>
            </a:r>
            <a:r>
              <a:rPr lang="en-US" altLang="zh-CN" sz="1400" b="0" dirty="0" smtClean="0">
                <a:solidFill>
                  <a:schemeClr val="tx1"/>
                </a:solidFill>
                <a:latin typeface="微软雅黑" panose="020B0503020204020204" pitchFamily="34" charset="-122"/>
                <a:ea typeface="微软雅黑" panose="020B0503020204020204" pitchFamily="34" charset="-122"/>
              </a:rPr>
              <a:t>pinned memory</a:t>
            </a:r>
            <a:r>
              <a:rPr lang="zh-CN" altLang="en-US" sz="1400" b="0" dirty="0" smtClean="0">
                <a:solidFill>
                  <a:schemeClr val="tx1"/>
                </a:solidFill>
                <a:latin typeface="微软雅黑" panose="020B0503020204020204" pitchFamily="34" charset="-122"/>
                <a:ea typeface="微软雅黑" panose="020B0503020204020204" pitchFamily="34" charset="-122"/>
              </a:rPr>
              <a:t>，并回收已释放内存。根据占用主机内存总量调整缓冲池大小。</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smtClean="0">
                <a:solidFill>
                  <a:schemeClr val="tx1"/>
                </a:solidFill>
                <a:latin typeface="微软雅黑" panose="020B0503020204020204" pitchFamily="34" charset="-122"/>
                <a:ea typeface="微软雅黑" panose="020B0503020204020204" pitchFamily="34" charset="-122"/>
              </a:rPr>
              <a:t>通过建立内存统一分配接口，封装</a:t>
            </a:r>
            <a:r>
              <a:rPr lang="en-US" altLang="zh-CN" sz="1400" b="0" dirty="0" smtClean="0">
                <a:solidFill>
                  <a:schemeClr val="tx1"/>
                </a:solidFill>
                <a:latin typeface="微软雅黑" panose="020B0503020204020204" pitchFamily="34" charset="-122"/>
                <a:ea typeface="微软雅黑" panose="020B0503020204020204" pitchFamily="34" charset="-122"/>
              </a:rPr>
              <a:t>CPU/GPU</a:t>
            </a:r>
            <a:r>
              <a:rPr lang="zh-CN" altLang="en-US" sz="1400" b="0" dirty="0" smtClean="0">
                <a:solidFill>
                  <a:schemeClr val="tx1"/>
                </a:solidFill>
                <a:latin typeface="微软雅黑" panose="020B0503020204020204" pitchFamily="34" charset="-122"/>
                <a:ea typeface="微软雅黑" panose="020B0503020204020204" pitchFamily="34" charset="-122"/>
              </a:rPr>
              <a:t>内存分配接口，支持统一虚拟地址空间内存，并设计一个“智能指针”类，保存分配内存的位置、地址、类型等信息，减少开发维护成本。</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形成</a:t>
            </a:r>
            <a:r>
              <a:rPr lang="zh-CN" altLang="en-US" sz="1400" b="0" dirty="0" smtClean="0">
                <a:solidFill>
                  <a:schemeClr val="tx1"/>
                </a:solidFill>
                <a:latin typeface="微软雅黑" panose="020B0503020204020204" pitchFamily="34" charset="-122"/>
                <a:ea typeface="微软雅黑" panose="020B0503020204020204" pitchFamily="34" charset="-122"/>
              </a:rPr>
              <a:t>异构平台内存统一管理的服务，对外提供接收数据的缓存接口，对内管理</a:t>
            </a:r>
            <a:r>
              <a:rPr lang="en-US" altLang="zh-CN" sz="1400" b="0" dirty="0" smtClean="0">
                <a:solidFill>
                  <a:schemeClr val="tx1"/>
                </a:solidFill>
                <a:latin typeface="微软雅黑" panose="020B0503020204020204" pitchFamily="34" charset="-122"/>
                <a:ea typeface="微软雅黑" panose="020B0503020204020204" pitchFamily="34" charset="-122"/>
              </a:rPr>
              <a:t>CPU pinned memory</a:t>
            </a:r>
            <a:r>
              <a:rPr lang="zh-CN" altLang="en-US" sz="1400" b="0" dirty="0" smtClean="0">
                <a:solidFill>
                  <a:schemeClr val="tx1"/>
                </a:solidFill>
                <a:latin typeface="微软雅黑" panose="020B0503020204020204" pitchFamily="34" charset="-122"/>
                <a:ea typeface="微软雅黑" panose="020B0503020204020204" pitchFamily="34" charset="-122"/>
              </a:rPr>
              <a:t>缓冲池，建立统一虚拟地址空间。</a:t>
            </a:r>
            <a:endParaRPr lang="en-US" altLang="zh-CN" sz="1400" b="0" dirty="0">
              <a:solidFill>
                <a:schemeClr val="tx1"/>
              </a:solidFill>
              <a:latin typeface="微软雅黑" panose="020B0503020204020204" pitchFamily="34" charset="-122"/>
              <a:ea typeface="微软雅黑" panose="020B0503020204020204" pitchFamily="34" charset="-122"/>
            </a:endParaRPr>
          </a:p>
        </p:txBody>
      </p:sp>
      <p:grpSp>
        <p:nvGrpSpPr>
          <p:cNvPr id="7" name="Group 31"/>
          <p:cNvGrpSpPr/>
          <p:nvPr/>
        </p:nvGrpSpPr>
        <p:grpSpPr bwMode="auto">
          <a:xfrm>
            <a:off x="128645" y="1361341"/>
            <a:ext cx="2228260" cy="369332"/>
            <a:chOff x="-22598" y="-29515"/>
            <a:chExt cx="1421854" cy="438748"/>
          </a:xfrm>
        </p:grpSpPr>
        <p:sp>
          <p:nvSpPr>
            <p:cNvPr id="8" name="剪去单角的矩形 123"/>
            <p:cNvSpPr>
              <a:spLocks noChangeArrowheads="1"/>
            </p:cNvSpPr>
            <p:nvPr/>
          </p:nvSpPr>
          <p:spPr bwMode="auto">
            <a:xfrm>
              <a:off x="0" y="16322"/>
              <a:ext cx="1086933" cy="375430"/>
            </a:xfrm>
            <a:custGeom>
              <a:avLst/>
              <a:gdLst>
                <a:gd name="T0" fmla="*/ 0 w 1576223"/>
                <a:gd name="T1" fmla="*/ 0 h 342328"/>
                <a:gd name="T2" fmla="*/ 277 w 1576223"/>
                <a:gd name="T3" fmla="*/ 0 h 342328"/>
                <a:gd name="T4" fmla="*/ 305 w 1576223"/>
                <a:gd name="T5" fmla="*/ 170 h 342328"/>
                <a:gd name="T6" fmla="*/ 305 w 1576223"/>
                <a:gd name="T7" fmla="*/ 400 h 342328"/>
                <a:gd name="T8" fmla="*/ 0 w 1576223"/>
                <a:gd name="T9" fmla="*/ 400 h 342328"/>
                <a:gd name="T10" fmla="*/ 0 w 1576223"/>
                <a:gd name="T11" fmla="*/ 0 h 342328"/>
                <a:gd name="T12" fmla="*/ 0 60000 65536"/>
                <a:gd name="T13" fmla="*/ 0 60000 65536"/>
                <a:gd name="T14" fmla="*/ 0 60000 65536"/>
                <a:gd name="T15" fmla="*/ 0 60000 65536"/>
                <a:gd name="T16" fmla="*/ 0 60000 65536"/>
                <a:gd name="T17" fmla="*/ 0 60000 65536"/>
                <a:gd name="T18" fmla="*/ 0 w 1576223"/>
                <a:gd name="T19" fmla="*/ 0 h 342328"/>
                <a:gd name="T20" fmla="*/ 1576223 w 1576223"/>
                <a:gd name="T21" fmla="*/ 342328 h 342328"/>
              </a:gdLst>
              <a:ahLst/>
              <a:cxnLst>
                <a:cxn ang="T12">
                  <a:pos x="T0" y="T1"/>
                </a:cxn>
                <a:cxn ang="T13">
                  <a:pos x="T2" y="T3"/>
                </a:cxn>
                <a:cxn ang="T14">
                  <a:pos x="T4" y="T5"/>
                </a:cxn>
                <a:cxn ang="T15">
                  <a:pos x="T6" y="T7"/>
                </a:cxn>
                <a:cxn ang="T16">
                  <a:pos x="T8" y="T9"/>
                </a:cxn>
                <a:cxn ang="T17">
                  <a:pos x="T10" y="T11"/>
                </a:cxn>
              </a:cxnLst>
              <a:rect l="T18" t="T19" r="T20" b="T21"/>
              <a:pathLst>
                <a:path w="1576223" h="342328">
                  <a:moveTo>
                    <a:pt x="0" y="0"/>
                  </a:moveTo>
                  <a:lnTo>
                    <a:pt x="1430634" y="0"/>
                  </a:lnTo>
                  <a:lnTo>
                    <a:pt x="1576223" y="145589"/>
                  </a:lnTo>
                  <a:lnTo>
                    <a:pt x="1576223" y="342328"/>
                  </a:lnTo>
                  <a:lnTo>
                    <a:pt x="0" y="342328"/>
                  </a:lnTo>
                  <a:lnTo>
                    <a:pt x="0" y="0"/>
                  </a:lnTo>
                  <a:close/>
                </a:path>
              </a:pathLst>
            </a:custGeom>
            <a:solidFill>
              <a:schemeClr val="accent1">
                <a:lumMod val="60000"/>
                <a:lumOff val="40000"/>
              </a:schemeClr>
            </a:solidFill>
            <a:ln w="9525">
              <a:noFill/>
              <a:miter lim="800000"/>
            </a:ln>
          </p:spPr>
          <p:txBody>
            <a:bodyPr/>
            <a:lstStyle/>
            <a:p>
              <a:pPr eaLnBrk="0" hangingPunct="0"/>
              <a:endParaRPr lang="zh-CN" altLang="en-US" sz="1500"/>
            </a:p>
          </p:txBody>
        </p:sp>
        <p:sp>
          <p:nvSpPr>
            <p:cNvPr id="9" name="矩形 82"/>
            <p:cNvSpPr>
              <a:spLocks noChangeArrowheads="1"/>
            </p:cNvSpPr>
            <p:nvPr/>
          </p:nvSpPr>
          <p:spPr bwMode="auto">
            <a:xfrm>
              <a:off x="-22598" y="-29515"/>
              <a:ext cx="1421854" cy="438748"/>
            </a:xfrm>
            <a:prstGeom prst="rect">
              <a:avLst/>
            </a:prstGeom>
            <a:noFill/>
            <a:ln w="9525">
              <a:noFill/>
              <a:miter lim="800000"/>
            </a:ln>
          </p:spPr>
          <p:txBody>
            <a:bodyPr wrap="square">
              <a:spAutoFit/>
            </a:bodyPr>
            <a:lstStyle/>
            <a:p>
              <a:pPr eaLnBrk="0" hangingPunct="0"/>
              <a:r>
                <a:rPr lang="zh-CN" altLang="en-US" sz="1800" dirty="0" smtClean="0">
                  <a:solidFill>
                    <a:schemeClr val="bg1"/>
                  </a:solidFill>
                  <a:latin typeface="微软雅黑" panose="020B0503020204020204" pitchFamily="34" charset="-122"/>
                  <a:ea typeface="微软雅黑" panose="020B0503020204020204" pitchFamily="34" charset="-122"/>
                </a:rPr>
                <a:t>技术方案</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sp>
        <p:nvSpPr>
          <p:cNvPr id="16" name="标题 7">
            <a:extLst>
              <a:ext uri="{FF2B5EF4-FFF2-40B4-BE49-F238E27FC236}">
                <a16:creationId xmlns:a16="http://schemas.microsoft.com/office/drawing/2014/main" id="{592C6F01-E034-439E-BA28-171FFA1A4827}"/>
              </a:ext>
            </a:extLst>
          </p:cNvPr>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研究方案</a:t>
            </a:r>
            <a:r>
              <a:rPr lang="en-US" altLang="zh-CN" sz="3000" dirty="0" smtClean="0">
                <a:solidFill>
                  <a:schemeClr val="bg1"/>
                </a:solidFill>
                <a:latin typeface="微软雅黑" panose="020B0503020204020204" pitchFamily="34" charset="-122"/>
                <a:ea typeface="微软雅黑" panose="020B0503020204020204" pitchFamily="34" charset="-122"/>
                <a:cs typeface="+mn-cs"/>
                <a:sym typeface="+mn-ea"/>
              </a:rPr>
              <a:t>1-</a:t>
            </a:r>
            <a:r>
              <a:rPr lang="zh-CN" altLang="en-US" sz="2400" dirty="0" smtClean="0">
                <a:solidFill>
                  <a:schemeClr val="bg1"/>
                </a:solidFill>
                <a:latin typeface="微软雅黑" panose="020B0503020204020204" pitchFamily="34" charset="-122"/>
                <a:ea typeface="微软雅黑" panose="020B0503020204020204" pitchFamily="34" charset="-122"/>
              </a:rPr>
              <a:t>主机与设备内存统一高效管理方法</a:t>
            </a:r>
            <a:endParaRPr lang="zh-CN" altLang="en-US" sz="2000"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65933382"/>
              </p:ext>
            </p:extLst>
          </p:nvPr>
        </p:nvGraphicFramePr>
        <p:xfrm>
          <a:off x="4087060" y="2008496"/>
          <a:ext cx="4461781" cy="3677251"/>
        </p:xfrm>
        <a:graphic>
          <a:graphicData uri="http://schemas.openxmlformats.org/presentationml/2006/ole">
            <mc:AlternateContent xmlns:mc="http://schemas.openxmlformats.org/markup-compatibility/2006">
              <mc:Choice xmlns:v="urn:schemas-microsoft-com:vml" Requires="v">
                <p:oleObj spid="_x0000_s1169" name="Visio" r:id="rId4" imgW="3809952" imgH="3139333" progId="Visio.Drawing.15">
                  <p:embed/>
                </p:oleObj>
              </mc:Choice>
              <mc:Fallback>
                <p:oleObj name="Visio" r:id="rId4" imgW="3809952" imgH="3139333" progId="Visio.Drawing.15">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7060" y="2008496"/>
                        <a:ext cx="4461781" cy="3677251"/>
                      </a:xfrm>
                      <a:prstGeom prst="rect">
                        <a:avLst/>
                      </a:prstGeom>
                      <a:noFill/>
                    </p:spPr>
                  </p:pic>
                </p:oleObj>
              </mc:Fallback>
            </mc:AlternateContent>
          </a:graphicData>
        </a:graphic>
      </p:graphicFrame>
    </p:spTree>
    <p:extLst>
      <p:ext uri="{BB962C8B-B14F-4D97-AF65-F5344CB8AC3E}">
        <p14:creationId xmlns:p14="http://schemas.microsoft.com/office/powerpoint/2010/main" val="2840025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nvSpPr>
        <p:spPr bwMode="auto">
          <a:xfrm>
            <a:off x="257174" y="2598420"/>
            <a:ext cx="8137526" cy="3582000"/>
          </a:xfrm>
          <a:prstGeom prst="roundRect">
            <a:avLst>
              <a:gd name="adj" fmla="val 6705"/>
            </a:avLst>
          </a:prstGeom>
          <a:noFill/>
          <a:ln w="19050" cap="flat" cmpd="sng" algn="ctr">
            <a:solidFill>
              <a:schemeClr val="accent1">
                <a:lumMod val="60000"/>
                <a:lumOff val="40000"/>
              </a:schemeClr>
            </a:solidFill>
            <a:prstDash val="solid"/>
            <a:round/>
            <a:headEnd type="none" w="med" len="med"/>
            <a:tailEnd type="none" w="med" len="med"/>
          </a:ln>
        </p:spPr>
        <p:txBody>
          <a:bodyPr vert="horz" wrap="square" lIns="68608" tIns="34304" rIns="68608" bIns="34304" numCol="1" rtlCol="0" anchor="t" anchorCtr="0" compatLnSpc="1"/>
          <a:lstStyle/>
          <a:p>
            <a:pPr marL="127000" indent="0" fontAlgn="auto" latinLnBrk="0">
              <a:lnSpc>
                <a:spcPct val="150000"/>
              </a:lnSpc>
              <a:spcBef>
                <a:spcPts val="0"/>
              </a:spcBef>
              <a:spcAft>
                <a:spcPts val="0"/>
              </a:spcAft>
              <a:buClr>
                <a:schemeClr val="tx2"/>
              </a:buClr>
              <a:buFont typeface="Arial" panose="020B0604020202020204" pitchFamily="34" charset="0"/>
              <a:buNone/>
            </a:pPr>
            <a:endParaRPr lang="en-US" altLang="zh-CN" sz="1600" b="0" dirty="0">
              <a:solidFill>
                <a:schemeClr val="tx1"/>
              </a:solidFill>
              <a:latin typeface="微软雅黑" panose="020B0503020204020204" pitchFamily="34" charset="-122"/>
              <a:ea typeface="微软雅黑" panose="020B0503020204020204" pitchFamily="34" charset="-122"/>
            </a:endParaRPr>
          </a:p>
        </p:txBody>
      </p:sp>
      <p:sp>
        <p:nvSpPr>
          <p:cNvPr id="3"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研究内容</a:t>
            </a:r>
          </a:p>
        </p:txBody>
      </p:sp>
      <p:sp>
        <p:nvSpPr>
          <p:cNvPr id="28" name="圆角矩形 44"/>
          <p:cNvSpPr/>
          <p:nvPr/>
        </p:nvSpPr>
        <p:spPr>
          <a:xfrm>
            <a:off x="474344" y="2782799"/>
            <a:ext cx="7679056" cy="3295784"/>
          </a:xfrm>
          <a:prstGeom prst="roundRect">
            <a:avLst/>
          </a:prstGeom>
          <a:solidFill>
            <a:srgbClr val="EEEEEE"/>
          </a:solidFill>
          <a:ln w="9525">
            <a:solidFill>
              <a:srgbClr val="CED0D5"/>
            </a:solidFill>
            <a:miter lim="800000"/>
          </a:ln>
          <a:effectLst>
            <a:outerShdw blurRad="50800" dist="38100" dir="5400000" algn="t" rotWithShape="0">
              <a:prstClr val="black">
                <a:alpha val="40000"/>
              </a:prstClr>
            </a:outerShdw>
          </a:effectLst>
        </p:spPr>
        <p:txBody>
          <a:bodyPr anchor="ctr" anchorCtr="0"/>
          <a:lstStyle/>
          <a:p>
            <a:pPr marL="355600" indent="-285750" fontAlgn="auto">
              <a:lnSpc>
                <a:spcPct val="130000"/>
              </a:lnSpc>
              <a:spcBef>
                <a:spcPts val="0"/>
              </a:spcBef>
              <a:spcAft>
                <a:spcPts val="0"/>
              </a:spcAft>
              <a:buClr>
                <a:schemeClr val="tx2"/>
              </a:buClr>
              <a:buFont typeface="Arial" panose="020B0604020202020204" pitchFamily="34" charset="0"/>
              <a:buChar char="•"/>
            </a:pP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运行时需要将数据拷贝一份至</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显存，才能使</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任务</a:t>
            </a:r>
            <a:r>
              <a:rPr lang="en-US" altLang="zh-CN" sz="1600" b="0" dirty="0" smtClean="0">
                <a:solidFill>
                  <a:schemeClr val="tx1"/>
                </a:solidFill>
                <a:latin typeface="微软雅黑" panose="020B0503020204020204" pitchFamily="34" charset="-122"/>
                <a:ea typeface="微软雅黑" panose="020B0503020204020204" pitchFamily="34" charset="-122"/>
              </a:rPr>
              <a:t>kernel</a:t>
            </a:r>
            <a:r>
              <a:rPr lang="zh-CN" altLang="en-US" sz="1600" b="0" dirty="0" smtClean="0">
                <a:solidFill>
                  <a:schemeClr val="tx1"/>
                </a:solidFill>
                <a:latin typeface="微软雅黑" panose="020B0503020204020204" pitchFamily="34" charset="-122"/>
                <a:ea typeface="微软雅黑" panose="020B0503020204020204" pitchFamily="34" charset="-122"/>
              </a:rPr>
              <a:t>函数正常执行。在</a:t>
            </a:r>
            <a:r>
              <a:rPr lang="en-US" altLang="zh-CN" sz="1600" b="0" dirty="0" smtClean="0">
                <a:solidFill>
                  <a:schemeClr val="tx1"/>
                </a:solidFill>
                <a:latin typeface="微软雅黑" panose="020B0503020204020204" pitchFamily="34" charset="-122"/>
                <a:ea typeface="微软雅黑" panose="020B0503020204020204" pitchFamily="34" charset="-122"/>
              </a:rPr>
              <a:t>CUDA</a:t>
            </a:r>
            <a:r>
              <a:rPr lang="zh-CN" altLang="en-US" sz="1600" b="0" dirty="0" smtClean="0">
                <a:solidFill>
                  <a:schemeClr val="tx1"/>
                </a:solidFill>
                <a:latin typeface="微软雅黑" panose="020B0503020204020204" pitchFamily="34" charset="-122"/>
                <a:ea typeface="微软雅黑" panose="020B0503020204020204" pitchFamily="34" charset="-122"/>
              </a:rPr>
              <a:t>编程模型中，一个</a:t>
            </a:r>
            <a:r>
              <a:rPr lang="en-US" altLang="zh-CN" sz="1600" b="0" dirty="0" smtClean="0">
                <a:solidFill>
                  <a:schemeClr val="tx1"/>
                </a:solidFill>
                <a:latin typeface="微软雅黑" panose="020B0503020204020204" pitchFamily="34" charset="-122"/>
                <a:ea typeface="微软雅黑" panose="020B0503020204020204" pitchFamily="34" charset="-122"/>
              </a:rPr>
              <a:t>kernel</a:t>
            </a:r>
            <a:r>
              <a:rPr lang="zh-CN" altLang="en-US" sz="1600" b="0" dirty="0" smtClean="0">
                <a:solidFill>
                  <a:schemeClr val="tx1"/>
                </a:solidFill>
                <a:latin typeface="微软雅黑" panose="020B0503020204020204" pitchFamily="34" charset="-122"/>
                <a:ea typeface="微软雅黑" panose="020B0503020204020204" pitchFamily="34" charset="-122"/>
              </a:rPr>
              <a:t>函数由线程</a:t>
            </a:r>
            <a:r>
              <a:rPr lang="en-US" altLang="zh-CN" sz="1600" b="0" dirty="0" smtClean="0">
                <a:solidFill>
                  <a:schemeClr val="tx1"/>
                </a:solidFill>
                <a:latin typeface="微软雅黑" panose="020B0503020204020204" pitchFamily="34" charset="-122"/>
                <a:ea typeface="微软雅黑" panose="020B0503020204020204" pitchFamily="34" charset="-122"/>
              </a:rPr>
              <a:t>&lt;grid, block&gt;</a:t>
            </a:r>
            <a:r>
              <a:rPr lang="zh-CN" altLang="en-US" sz="1600" b="0" dirty="0" smtClean="0">
                <a:solidFill>
                  <a:schemeClr val="tx1"/>
                </a:solidFill>
                <a:latin typeface="微软雅黑" panose="020B0503020204020204" pitchFamily="34" charset="-122"/>
                <a:ea typeface="微软雅黑" panose="020B0503020204020204" pitchFamily="34" charset="-122"/>
              </a:rPr>
              <a:t>组成。</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将线程</a:t>
            </a:r>
            <a:r>
              <a:rPr lang="en-US" altLang="zh-CN" sz="1600" b="0" dirty="0" smtClean="0">
                <a:solidFill>
                  <a:schemeClr val="tx1"/>
                </a:solidFill>
                <a:latin typeface="微软雅黑" panose="020B0503020204020204" pitchFamily="34" charset="-122"/>
                <a:ea typeface="微软雅黑" panose="020B0503020204020204" pitchFamily="34" charset="-122"/>
              </a:rPr>
              <a:t>block</a:t>
            </a:r>
            <a:r>
              <a:rPr lang="zh-CN" altLang="en-US" sz="1600" b="0" dirty="0" smtClean="0">
                <a:solidFill>
                  <a:schemeClr val="tx1"/>
                </a:solidFill>
                <a:latin typeface="微软雅黑" panose="020B0503020204020204" pitchFamily="34" charset="-122"/>
                <a:ea typeface="微软雅黑" panose="020B0503020204020204" pitchFamily="34" charset="-122"/>
              </a:rPr>
              <a:t>作为基本调度单元，可同时调度多个</a:t>
            </a:r>
            <a:r>
              <a:rPr lang="en-US" altLang="zh-CN" sz="1600" b="0" dirty="0" smtClean="0">
                <a:solidFill>
                  <a:schemeClr val="tx1"/>
                </a:solidFill>
                <a:latin typeface="微软雅黑" panose="020B0503020204020204" pitchFamily="34" charset="-122"/>
                <a:ea typeface="微软雅黑" panose="020B0503020204020204" pitchFamily="34" charset="-122"/>
              </a:rPr>
              <a:t>kernel</a:t>
            </a:r>
            <a:r>
              <a:rPr lang="zh-CN" altLang="en-US" sz="1600" b="0" dirty="0" smtClean="0">
                <a:solidFill>
                  <a:schemeClr val="tx1"/>
                </a:solidFill>
                <a:latin typeface="微软雅黑" panose="020B0503020204020204" pitchFamily="34" charset="-122"/>
                <a:ea typeface="微软雅黑" panose="020B0503020204020204" pitchFamily="34" charset="-122"/>
              </a:rPr>
              <a:t>函数。</a:t>
            </a:r>
            <a:r>
              <a:rPr lang="zh-CN" altLang="en-US" sz="1600" dirty="0" smtClean="0">
                <a:solidFill>
                  <a:schemeClr val="tx1"/>
                </a:solidFill>
                <a:latin typeface="微软雅黑" panose="020B0503020204020204" pitchFamily="34" charset="-122"/>
                <a:ea typeface="微软雅黑" panose="020B0503020204020204" pitchFamily="34" charset="-122"/>
              </a:rPr>
              <a:t>数据传输和</a:t>
            </a:r>
            <a:r>
              <a:rPr lang="en-US" altLang="zh-CN" sz="1600" dirty="0" smtClean="0">
                <a:solidFill>
                  <a:schemeClr val="tx1"/>
                </a:solidFill>
                <a:latin typeface="微软雅黑" panose="020B0503020204020204" pitchFamily="34" charset="-122"/>
                <a:ea typeface="微软雅黑" panose="020B0503020204020204" pitchFamily="34" charset="-122"/>
              </a:rPr>
              <a:t>kernel</a:t>
            </a:r>
            <a:r>
              <a:rPr lang="zh-CN" altLang="en-US" sz="1600" dirty="0" smtClean="0">
                <a:solidFill>
                  <a:schemeClr val="tx1"/>
                </a:solidFill>
                <a:latin typeface="微软雅黑" panose="020B0503020204020204" pitchFamily="34" charset="-122"/>
                <a:ea typeface="微软雅黑" panose="020B0503020204020204" pitchFamily="34" charset="-122"/>
              </a:rPr>
              <a:t>执行的重合</a:t>
            </a:r>
            <a:r>
              <a:rPr lang="zh-CN" altLang="en-US" sz="1600" b="0" dirty="0" smtClean="0">
                <a:solidFill>
                  <a:schemeClr val="tx1"/>
                </a:solidFill>
                <a:latin typeface="微软雅黑" panose="020B0503020204020204" pitchFamily="34" charset="-122"/>
                <a:ea typeface="微软雅黑" panose="020B0503020204020204" pitchFamily="34" charset="-122"/>
              </a:rPr>
              <a:t>，决定了</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运算资源的利用率。海量数据规模下，单</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dirty="0" smtClean="0">
                <a:solidFill>
                  <a:schemeClr val="tx1"/>
                </a:solidFill>
                <a:latin typeface="微软雅黑" panose="020B0503020204020204" pitchFamily="34" charset="-122"/>
                <a:ea typeface="微软雅黑" panose="020B0503020204020204" pitchFamily="34" charset="-122"/>
              </a:rPr>
              <a:t>负载较重</a:t>
            </a:r>
            <a:r>
              <a:rPr lang="zh-CN" altLang="en-US" sz="1600" b="0" dirty="0" smtClean="0">
                <a:solidFill>
                  <a:schemeClr val="tx1"/>
                </a:solidFill>
                <a:latin typeface="微软雅黑" panose="020B0503020204020204" pitchFamily="34" charset="-122"/>
                <a:ea typeface="微软雅黑" panose="020B0503020204020204" pitchFamily="34" charset="-122"/>
              </a:rPr>
              <a:t>，而</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的</a:t>
            </a:r>
            <a:r>
              <a:rPr lang="en-US" altLang="zh-CN" sz="1600" dirty="0" smtClean="0">
                <a:solidFill>
                  <a:schemeClr val="tx1"/>
                </a:solidFill>
                <a:latin typeface="微软雅黑" panose="020B0503020204020204" pitchFamily="34" charset="-122"/>
                <a:ea typeface="微软雅黑" panose="020B0503020204020204" pitchFamily="34" charset="-122"/>
              </a:rPr>
              <a:t>FIFO</a:t>
            </a:r>
            <a:r>
              <a:rPr lang="zh-CN" altLang="en-US" sz="1600" dirty="0" smtClean="0">
                <a:solidFill>
                  <a:schemeClr val="tx1"/>
                </a:solidFill>
                <a:latin typeface="微软雅黑" panose="020B0503020204020204" pitchFamily="34" charset="-122"/>
                <a:ea typeface="微软雅黑" panose="020B0503020204020204" pitchFamily="34" charset="-122"/>
              </a:rPr>
              <a:t>调度特性</a:t>
            </a:r>
            <a:r>
              <a:rPr lang="zh-CN" altLang="en-US" sz="1600" b="0" dirty="0" smtClean="0">
                <a:solidFill>
                  <a:schemeClr val="tx1"/>
                </a:solidFill>
                <a:latin typeface="微软雅黑" panose="020B0503020204020204" pitchFamily="34" charset="-122"/>
                <a:ea typeface="微软雅黑" panose="020B0503020204020204" pitchFamily="34" charset="-122"/>
              </a:rPr>
              <a:t>，减少了数据传输与</a:t>
            </a:r>
            <a:r>
              <a:rPr lang="en-US" altLang="zh-CN" sz="1600" b="0" dirty="0" smtClean="0">
                <a:solidFill>
                  <a:schemeClr val="tx1"/>
                </a:solidFill>
                <a:latin typeface="微软雅黑" panose="020B0503020204020204" pitchFamily="34" charset="-122"/>
                <a:ea typeface="微软雅黑" panose="020B0503020204020204" pitchFamily="34" charset="-122"/>
              </a:rPr>
              <a:t>kernel</a:t>
            </a:r>
            <a:r>
              <a:rPr lang="zh-CN" altLang="en-US" sz="1600" b="0" dirty="0" smtClean="0">
                <a:solidFill>
                  <a:schemeClr val="tx1"/>
                </a:solidFill>
                <a:latin typeface="微软雅黑" panose="020B0503020204020204" pitchFamily="34" charset="-122"/>
                <a:ea typeface="微软雅黑" panose="020B0503020204020204" pitchFamily="34" charset="-122"/>
              </a:rPr>
              <a:t>执行</a:t>
            </a:r>
            <a:r>
              <a:rPr lang="zh-CN" altLang="en-US" sz="1600" b="0" dirty="0">
                <a:solidFill>
                  <a:schemeClr val="tx1"/>
                </a:solidFill>
                <a:latin typeface="微软雅黑" panose="020B0503020204020204" pitchFamily="34" charset="-122"/>
                <a:ea typeface="微软雅黑" panose="020B0503020204020204" pitchFamily="34" charset="-122"/>
              </a:rPr>
              <a:t>重合</a:t>
            </a:r>
            <a:r>
              <a:rPr lang="zh-CN" altLang="en-US" sz="1600" b="0" dirty="0" smtClean="0">
                <a:solidFill>
                  <a:schemeClr val="tx1"/>
                </a:solidFill>
                <a:latin typeface="微软雅黑" panose="020B0503020204020204" pitchFamily="34" charset="-122"/>
                <a:ea typeface="微软雅黑" panose="020B0503020204020204" pitchFamily="34" charset="-122"/>
              </a:rPr>
              <a:t>的可能性。</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355600" indent="-285750" fontAlgn="auto">
              <a:lnSpc>
                <a:spcPct val="130000"/>
              </a:lnSpc>
              <a:spcBef>
                <a:spcPts val="0"/>
              </a:spcBef>
              <a:spcAft>
                <a:spcPts val="0"/>
              </a:spcAft>
              <a:buClr>
                <a:schemeClr val="tx2"/>
              </a:buClr>
              <a:buFont typeface="Arial" panose="020B0604020202020204" pitchFamily="34" charset="0"/>
              <a:buChar char="•"/>
            </a:pPr>
            <a:r>
              <a:rPr lang="zh-CN" altLang="en-US" sz="1600" b="0" dirty="0" smtClean="0">
                <a:solidFill>
                  <a:schemeClr val="tx1"/>
                </a:solidFill>
                <a:latin typeface="微软雅黑" panose="020B0503020204020204" pitchFamily="34" charset="-122"/>
                <a:ea typeface="微软雅黑" panose="020B0503020204020204" pitchFamily="34" charset="-122"/>
              </a:rPr>
              <a:t>针对这些问题，受</a:t>
            </a:r>
            <a:r>
              <a:rPr lang="en-US" altLang="zh-CN" sz="1600" b="0" dirty="0" smtClean="0">
                <a:solidFill>
                  <a:schemeClr val="tx1"/>
                </a:solidFill>
                <a:latin typeface="微软雅黑" panose="020B0503020204020204" pitchFamily="34" charset="-122"/>
                <a:ea typeface="微软雅黑" panose="020B0503020204020204" pitchFamily="34" charset="-122"/>
              </a:rPr>
              <a:t>Ryan(2016 PDPS)</a:t>
            </a:r>
            <a:r>
              <a:rPr lang="zh-CN" altLang="en-US" sz="1600" b="0" dirty="0" smtClean="0">
                <a:solidFill>
                  <a:schemeClr val="tx1"/>
                </a:solidFill>
                <a:latin typeface="微软雅黑" panose="020B0503020204020204" pitchFamily="34" charset="-122"/>
                <a:ea typeface="微软雅黑" panose="020B0503020204020204" pitchFamily="34" charset="-122"/>
              </a:rPr>
              <a:t>等方法启发，设计</a:t>
            </a:r>
            <a:r>
              <a:rPr lang="zh-CN" altLang="en-US" sz="1600" b="0" dirty="0">
                <a:solidFill>
                  <a:schemeClr val="tx1"/>
                </a:solidFill>
                <a:latin typeface="微软雅黑" panose="020B0503020204020204" pitchFamily="34" charset="-122"/>
                <a:ea typeface="微软雅黑" panose="020B0503020204020204" pitchFamily="34" charset="-122"/>
              </a:rPr>
              <a:t>一种基于任务规模与优先级</a:t>
            </a:r>
            <a:r>
              <a:rPr lang="zh-CN" altLang="en-US" sz="1600" b="0" dirty="0" smtClean="0">
                <a:solidFill>
                  <a:schemeClr val="tx1"/>
                </a:solidFill>
                <a:latin typeface="微软雅黑" panose="020B0503020204020204" pitchFamily="34" charset="-122"/>
                <a:ea typeface="微软雅黑" panose="020B0503020204020204" pitchFamily="34" charset="-122"/>
              </a:rPr>
              <a:t>的任务队列</a:t>
            </a:r>
            <a:r>
              <a:rPr lang="zh-CN" altLang="en-US" sz="1600" b="0" dirty="0">
                <a:solidFill>
                  <a:schemeClr val="tx1"/>
                </a:solidFill>
                <a:latin typeface="微软雅黑" panose="020B0503020204020204" pitchFamily="34" charset="-122"/>
                <a:ea typeface="微软雅黑" panose="020B0503020204020204" pitchFamily="34" charset="-122"/>
              </a:rPr>
              <a:t>动态调度技术。调度器</a:t>
            </a:r>
            <a:r>
              <a:rPr lang="zh-CN" altLang="en-US" sz="1600" b="0" dirty="0" smtClean="0">
                <a:solidFill>
                  <a:schemeClr val="tx1"/>
                </a:solidFill>
                <a:latin typeface="微软雅黑" panose="020B0503020204020204" pitchFamily="34" charset="-122"/>
                <a:ea typeface="微软雅黑" panose="020B0503020204020204" pitchFamily="34" charset="-122"/>
              </a:rPr>
              <a:t>从</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剩余资源总量、任务执行特性，这几</a:t>
            </a:r>
            <a:r>
              <a:rPr lang="zh-CN" altLang="en-US" sz="1600" b="0" dirty="0">
                <a:solidFill>
                  <a:schemeClr val="tx1"/>
                </a:solidFill>
                <a:latin typeface="微软雅黑" panose="020B0503020204020204" pitchFamily="34" charset="-122"/>
                <a:ea typeface="微软雅黑" panose="020B0503020204020204" pitchFamily="34" charset="-122"/>
              </a:rPr>
              <a:t>个角度考虑任务队列中的调度</a:t>
            </a:r>
            <a:r>
              <a:rPr lang="zh-CN" altLang="en-US" sz="1600" b="0" dirty="0" smtClean="0">
                <a:solidFill>
                  <a:schemeClr val="tx1"/>
                </a:solidFill>
                <a:latin typeface="微软雅黑" panose="020B0503020204020204" pitchFamily="34" charset="-122"/>
                <a:ea typeface="微软雅黑" panose="020B0503020204020204" pitchFamily="34" charset="-122"/>
              </a:rPr>
              <a:t>顺序。动态调整任务队列，使能高效利用</a:t>
            </a:r>
            <a:r>
              <a:rPr lang="en-US" altLang="zh-CN" sz="1600" b="0" dirty="0" smtClean="0">
                <a:solidFill>
                  <a:schemeClr val="tx1"/>
                </a:solidFill>
                <a:latin typeface="微软雅黑" panose="020B0503020204020204" pitchFamily="34" charset="-122"/>
                <a:ea typeface="微软雅黑" panose="020B0503020204020204" pitchFamily="34" charset="-122"/>
              </a:rPr>
              <a:t>GPU</a:t>
            </a:r>
            <a:r>
              <a:rPr lang="zh-CN" altLang="en-US" sz="1600" b="0" dirty="0" smtClean="0">
                <a:solidFill>
                  <a:schemeClr val="tx1"/>
                </a:solidFill>
                <a:latin typeface="微软雅黑" panose="020B0503020204020204" pitchFamily="34" charset="-122"/>
                <a:ea typeface="微软雅黑" panose="020B0503020204020204" pitchFamily="34" charset="-122"/>
              </a:rPr>
              <a:t>资源的</a:t>
            </a:r>
            <a:r>
              <a:rPr lang="en-US" altLang="zh-CN" sz="1600" b="0" dirty="0" smtClean="0">
                <a:solidFill>
                  <a:schemeClr val="tx1"/>
                </a:solidFill>
                <a:latin typeface="微软雅黑" panose="020B0503020204020204" pitchFamily="34" charset="-122"/>
                <a:ea typeface="微软雅黑" panose="020B0503020204020204" pitchFamily="34" charset="-122"/>
              </a:rPr>
              <a:t>kernel</a:t>
            </a:r>
            <a:r>
              <a:rPr lang="zh-CN" altLang="en-US" sz="1600" b="0" dirty="0" smtClean="0">
                <a:solidFill>
                  <a:schemeClr val="tx1"/>
                </a:solidFill>
                <a:latin typeface="微软雅黑" panose="020B0503020204020204" pitchFamily="34" charset="-122"/>
                <a:ea typeface="微软雅黑" panose="020B0503020204020204" pitchFamily="34" charset="-122"/>
              </a:rPr>
              <a:t>并发执行。</a:t>
            </a:r>
            <a:endParaRPr lang="zh-CN" altLang="en-US" sz="1600" b="0" dirty="0">
              <a:solidFill>
                <a:schemeClr val="tx1"/>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810894" y="1562735"/>
            <a:ext cx="7583806" cy="746760"/>
          </a:xfrm>
          <a:prstGeom prst="round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indent="0">
              <a:lnSpc>
                <a:spcPct val="130000"/>
              </a:lnSpc>
              <a:buFont typeface="Arial" panose="020B0604020202020204" pitchFamily="34" charset="0"/>
              <a:buNone/>
            </a:pPr>
            <a:r>
              <a:rPr lang="zh-CN" altLang="en-US" sz="1800" dirty="0" smtClean="0">
                <a:solidFill>
                  <a:schemeClr val="tx1"/>
                </a:solidFill>
                <a:latin typeface="微软雅黑" panose="020B0503020204020204" pitchFamily="34" charset="-122"/>
                <a:ea typeface="微软雅黑" panose="020B0503020204020204" pitchFamily="34" charset="-122"/>
                <a:sym typeface="+mn-ea"/>
              </a:rPr>
              <a:t>      基于任务规模与优先级的动态调度技术</a:t>
            </a:r>
            <a:endParaRPr lang="zh-CN" altLang="en-US" sz="1600" dirty="0"/>
          </a:p>
        </p:txBody>
      </p:sp>
      <p:grpSp>
        <p:nvGrpSpPr>
          <p:cNvPr id="15" name="Group 5"/>
          <p:cNvGrpSpPr/>
          <p:nvPr/>
        </p:nvGrpSpPr>
        <p:grpSpPr bwMode="auto">
          <a:xfrm>
            <a:off x="175159" y="1458706"/>
            <a:ext cx="993873" cy="981009"/>
            <a:chOff x="802" y="845"/>
            <a:chExt cx="827" cy="826"/>
          </a:xfrm>
        </p:grpSpPr>
        <p:sp>
          <p:nvSpPr>
            <p:cNvPr id="16" name="Oval 6"/>
            <p:cNvSpPr>
              <a:spLocks noChangeArrowheads="1"/>
            </p:cNvSpPr>
            <p:nvPr/>
          </p:nvSpPr>
          <p:spPr bwMode="ltGray">
            <a:xfrm>
              <a:off x="802" y="845"/>
              <a:ext cx="827" cy="826"/>
            </a:xfrm>
            <a:prstGeom prst="ellipse">
              <a:avLst/>
            </a:prstGeom>
            <a:solidFill>
              <a:srgbClr val="F8F8F8"/>
            </a:solidFill>
            <a:ln w="19050">
              <a:solidFill>
                <a:schemeClr val="accent1">
                  <a:lumMod val="60000"/>
                  <a:lumOff val="40000"/>
                </a:schemeClr>
              </a:solidFill>
              <a:round/>
            </a:ln>
          </p:spPr>
          <p:txBody>
            <a:bodyPr wrap="none" anchor="ctr"/>
            <a:lstStyle/>
            <a:p>
              <a:endParaRPr lang="zh-CN" altLang="en-US" sz="1500">
                <a:latin typeface="Calibri" panose="020F0502020204030204" pitchFamily="34" charset="0"/>
                <a:cs typeface="Arial" panose="020B0604020202020204" pitchFamily="34" charset="0"/>
              </a:endParaRPr>
            </a:p>
          </p:txBody>
        </p:sp>
        <p:sp>
          <p:nvSpPr>
            <p:cNvPr id="17" name="Oval 7"/>
            <p:cNvSpPr>
              <a:spLocks noChangeArrowheads="1"/>
            </p:cNvSpPr>
            <p:nvPr/>
          </p:nvSpPr>
          <p:spPr bwMode="ltGray">
            <a:xfrm>
              <a:off x="836" y="879"/>
              <a:ext cx="758" cy="758"/>
            </a:xfrm>
            <a:prstGeom prst="ellipse">
              <a:avLst/>
            </a:prstGeom>
            <a:solidFill>
              <a:srgbClr val="FFFFFF"/>
            </a:solidFill>
            <a:ln w="19050">
              <a:solidFill>
                <a:schemeClr val="accent1">
                  <a:lumMod val="60000"/>
                  <a:lumOff val="40000"/>
                </a:schemeClr>
              </a:solidFill>
              <a:round/>
            </a:ln>
          </p:spPr>
          <p:txBody>
            <a:bodyPr wrap="none" anchor="ctr"/>
            <a:lstStyle/>
            <a:p>
              <a:endParaRPr lang="zh-CN" altLang="en-US" sz="1500">
                <a:latin typeface="Calibri" panose="020F0502020204030204" pitchFamily="34" charset="0"/>
                <a:cs typeface="Arial" panose="020B0604020202020204" pitchFamily="34" charset="0"/>
              </a:endParaRPr>
            </a:p>
          </p:txBody>
        </p:sp>
        <p:sp>
          <p:nvSpPr>
            <p:cNvPr id="18" name="Oval 8"/>
            <p:cNvSpPr>
              <a:spLocks noChangeArrowheads="1"/>
            </p:cNvSpPr>
            <p:nvPr/>
          </p:nvSpPr>
          <p:spPr bwMode="ltGray">
            <a:xfrm>
              <a:off x="870" y="915"/>
              <a:ext cx="690" cy="690"/>
            </a:xfrm>
            <a:prstGeom prst="ellipse">
              <a:avLst/>
            </a:prstGeom>
            <a:noFill/>
            <a:ln w="19050">
              <a:solidFill>
                <a:schemeClr val="accent1">
                  <a:lumMod val="60000"/>
                  <a:lumOff val="40000"/>
                </a:schemeClr>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500">
                <a:latin typeface="Calibri" panose="020F0502020204030204" pitchFamily="34" charset="0"/>
                <a:cs typeface="Arial" panose="020B0604020202020204" pitchFamily="34" charset="0"/>
              </a:endParaRPr>
            </a:p>
          </p:txBody>
        </p:sp>
      </p:grpSp>
      <p:sp>
        <p:nvSpPr>
          <p:cNvPr id="24" name="TextBox 69"/>
          <p:cNvSpPr txBox="1"/>
          <p:nvPr/>
        </p:nvSpPr>
        <p:spPr>
          <a:xfrm>
            <a:off x="228924" y="1616990"/>
            <a:ext cx="910616" cy="640080"/>
          </a:xfrm>
          <a:prstGeom prst="rect">
            <a:avLst/>
          </a:prstGeom>
          <a:noFill/>
        </p:spPr>
        <p:txBody>
          <a:bodyPr>
            <a:spAutoFit/>
          </a:bodyPr>
          <a:lstStyle/>
          <a:p>
            <a:pPr algn="ctr">
              <a:defRPr/>
            </a:pPr>
            <a:r>
              <a:rPr lang="zh-CN" altLang="en-US" sz="1800" b="1" dirty="0">
                <a:solidFill>
                  <a:schemeClr val="tx1"/>
                </a:solidFill>
                <a:latin typeface="微软雅黑" panose="020B0503020204020204" pitchFamily="34" charset="-122"/>
                <a:ea typeface="微软雅黑" panose="020B0503020204020204" pitchFamily="34" charset="-122"/>
              </a:rPr>
              <a:t>研究</a:t>
            </a:r>
            <a:endParaRPr lang="en-US" altLang="zh-CN" sz="1800" b="1" dirty="0">
              <a:solidFill>
                <a:schemeClr val="tx1"/>
              </a:solidFill>
              <a:latin typeface="微软雅黑" panose="020B0503020204020204" pitchFamily="34" charset="-122"/>
              <a:ea typeface="微软雅黑" panose="020B0503020204020204" pitchFamily="34" charset="-122"/>
            </a:endParaRPr>
          </a:p>
          <a:p>
            <a:pPr algn="ctr">
              <a:defRPr/>
            </a:pPr>
            <a:r>
              <a:rPr lang="zh-CN" altLang="en-US" sz="1800" b="1" dirty="0">
                <a:solidFill>
                  <a:schemeClr val="tx1"/>
                </a:solidFill>
                <a:latin typeface="微软雅黑" panose="020B0503020204020204" pitchFamily="34" charset="-122"/>
                <a:ea typeface="微软雅黑" panose="020B0503020204020204" pitchFamily="34" charset="-122"/>
              </a:rPr>
              <a:t>内容二</a:t>
            </a:r>
            <a:endParaRPr lang="en-US" altLang="zh-CN" sz="18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2720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44"/>
          <p:cNvSpPr/>
          <p:nvPr/>
        </p:nvSpPr>
        <p:spPr>
          <a:xfrm>
            <a:off x="93235" y="1674589"/>
            <a:ext cx="3207314" cy="4776432"/>
          </a:xfrm>
          <a:prstGeom prst="roundRect">
            <a:avLst>
              <a:gd name="adj" fmla="val 9000"/>
            </a:avLst>
          </a:prstGeom>
          <a:noFill/>
          <a:ln w="19050">
            <a:solidFill>
              <a:schemeClr val="accent1">
                <a:lumMod val="60000"/>
                <a:lumOff val="40000"/>
              </a:schemeClr>
            </a:solidFill>
            <a:miter lim="800000"/>
          </a:ln>
        </p:spPr>
        <p:txBody>
          <a:bodyPr anchor="ctr"/>
          <a:lstStyle/>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构建一个</a:t>
            </a:r>
            <a:r>
              <a:rPr lang="en-US" altLang="zh-CN" sz="1400" b="0" dirty="0">
                <a:solidFill>
                  <a:schemeClr val="tx1"/>
                </a:solidFill>
                <a:latin typeface="微软雅黑" panose="020B0503020204020204" pitchFamily="34" charset="-122"/>
                <a:ea typeface="微软雅黑" panose="020B0503020204020204" pitchFamily="34" charset="-122"/>
              </a:rPr>
              <a:t>stream</a:t>
            </a:r>
            <a:r>
              <a:rPr lang="zh-CN" altLang="en-US" sz="1400" b="0" dirty="0">
                <a:solidFill>
                  <a:schemeClr val="tx1"/>
                </a:solidFill>
                <a:latin typeface="微软雅黑" panose="020B0503020204020204" pitchFamily="34" charset="-122"/>
                <a:ea typeface="微软雅黑" panose="020B0503020204020204" pitchFamily="34" charset="-122"/>
              </a:rPr>
              <a:t>类，应用可以将具有依赖关系的任务放至同一个</a:t>
            </a:r>
            <a:r>
              <a:rPr lang="en-US" altLang="zh-CN" sz="1400" b="0" dirty="0">
                <a:solidFill>
                  <a:schemeClr val="tx1"/>
                </a:solidFill>
                <a:latin typeface="微软雅黑" panose="020B0503020204020204" pitchFamily="34" charset="-122"/>
                <a:ea typeface="微软雅黑" panose="020B0503020204020204" pitchFamily="34" charset="-122"/>
              </a:rPr>
              <a:t>stream</a:t>
            </a:r>
            <a:r>
              <a:rPr lang="zh-CN" altLang="en-US" sz="1400" b="0" dirty="0">
                <a:solidFill>
                  <a:schemeClr val="tx1"/>
                </a:solidFill>
                <a:latin typeface="微软雅黑" panose="020B0503020204020204" pitchFamily="34" charset="-122"/>
                <a:ea typeface="微软雅黑" panose="020B0503020204020204" pitchFamily="34" charset="-122"/>
              </a:rPr>
              <a:t>中，无依赖的任务放至不同的</a:t>
            </a:r>
            <a:r>
              <a:rPr lang="en-US" altLang="zh-CN" sz="1400" b="0" dirty="0">
                <a:solidFill>
                  <a:schemeClr val="tx1"/>
                </a:solidFill>
                <a:latin typeface="微软雅黑" panose="020B0503020204020204" pitchFamily="34" charset="-122"/>
                <a:ea typeface="微软雅黑" panose="020B0503020204020204" pitchFamily="34" charset="-122"/>
              </a:rPr>
              <a:t>stream</a:t>
            </a:r>
            <a:r>
              <a:rPr lang="zh-CN" altLang="en-US" sz="1400" b="0" dirty="0" smtClean="0">
                <a:solidFill>
                  <a:schemeClr val="tx1"/>
                </a:solidFill>
                <a:latin typeface="微软雅黑" panose="020B0503020204020204" pitchFamily="34" charset="-122"/>
                <a:ea typeface="微软雅黑" panose="020B0503020204020204" pitchFamily="34" charset="-122"/>
              </a:rPr>
              <a:t>中。</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实现一个</a:t>
            </a:r>
            <a:r>
              <a:rPr lang="en-US" altLang="zh-CN" sz="1400" b="0" dirty="0">
                <a:solidFill>
                  <a:schemeClr val="tx1"/>
                </a:solidFill>
                <a:latin typeface="微软雅黑" panose="020B0503020204020204" pitchFamily="34" charset="-122"/>
                <a:ea typeface="微软雅黑" panose="020B0503020204020204" pitchFamily="34" charset="-122"/>
              </a:rPr>
              <a:t>kernel</a:t>
            </a:r>
            <a:r>
              <a:rPr lang="zh-CN" altLang="en-US" sz="1400" b="0" dirty="0">
                <a:solidFill>
                  <a:schemeClr val="tx1"/>
                </a:solidFill>
                <a:latin typeface="微软雅黑" panose="020B0503020204020204" pitchFamily="34" charset="-122"/>
                <a:ea typeface="微软雅黑" panose="020B0503020204020204" pitchFamily="34" charset="-122"/>
              </a:rPr>
              <a:t>类，应用提供数据集以及任务优先级，</a:t>
            </a:r>
            <a:r>
              <a:rPr lang="en-US" altLang="zh-CN" sz="1400" b="0" dirty="0">
                <a:solidFill>
                  <a:schemeClr val="tx1"/>
                </a:solidFill>
                <a:latin typeface="微软雅黑" panose="020B0503020204020204" pitchFamily="34" charset="-122"/>
                <a:ea typeface="微软雅黑" panose="020B0503020204020204" pitchFamily="34" charset="-122"/>
              </a:rPr>
              <a:t>Kernel</a:t>
            </a:r>
            <a:r>
              <a:rPr lang="zh-CN" altLang="en-US" sz="1400" b="0" dirty="0">
                <a:solidFill>
                  <a:schemeClr val="tx1"/>
                </a:solidFill>
                <a:latin typeface="微软雅黑" panose="020B0503020204020204" pitchFamily="34" charset="-122"/>
                <a:ea typeface="微软雅黑" panose="020B0503020204020204" pitchFamily="34" charset="-122"/>
              </a:rPr>
              <a:t>对象保存</a:t>
            </a:r>
            <a:r>
              <a:rPr lang="en-US" altLang="zh-CN" sz="1400" b="0" dirty="0">
                <a:solidFill>
                  <a:schemeClr val="tx1"/>
                </a:solidFill>
                <a:latin typeface="微软雅黑" panose="020B0503020204020204" pitchFamily="34" charset="-122"/>
                <a:ea typeface="微软雅黑" panose="020B0503020204020204" pitchFamily="34" charset="-122"/>
              </a:rPr>
              <a:t>kernel</a:t>
            </a:r>
            <a:r>
              <a:rPr lang="zh-CN" altLang="en-US" sz="1400" b="0" dirty="0">
                <a:solidFill>
                  <a:schemeClr val="tx1"/>
                </a:solidFill>
                <a:latin typeface="微软雅黑" panose="020B0503020204020204" pitchFamily="34" charset="-122"/>
                <a:ea typeface="微软雅黑" panose="020B0503020204020204" pitchFamily="34" charset="-122"/>
              </a:rPr>
              <a:t>函数计算特性、数据量大小等特征</a:t>
            </a:r>
            <a:r>
              <a:rPr lang="zh-CN" altLang="en-US" sz="1400" b="0" dirty="0" smtClean="0">
                <a:solidFill>
                  <a:schemeClr val="tx1"/>
                </a:solidFill>
                <a:latin typeface="微软雅黑" panose="020B0503020204020204" pitchFamily="34" charset="-122"/>
                <a:ea typeface="微软雅黑" panose="020B0503020204020204" pitchFamily="34" charset="-122"/>
              </a:rPr>
              <a:t>。</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实现一个</a:t>
            </a:r>
            <a:r>
              <a:rPr lang="en-US" altLang="zh-CN" sz="1400" b="0" dirty="0">
                <a:solidFill>
                  <a:schemeClr val="tx1"/>
                </a:solidFill>
                <a:latin typeface="微软雅黑" panose="020B0503020204020204" pitchFamily="34" charset="-122"/>
                <a:ea typeface="微软雅黑" panose="020B0503020204020204" pitchFamily="34" charset="-122"/>
              </a:rPr>
              <a:t>scheduler</a:t>
            </a:r>
            <a:r>
              <a:rPr lang="zh-CN" altLang="en-US" sz="1400" b="0" dirty="0">
                <a:solidFill>
                  <a:schemeClr val="tx1"/>
                </a:solidFill>
                <a:latin typeface="微软雅黑" panose="020B0503020204020204" pitchFamily="34" charset="-122"/>
                <a:ea typeface="微软雅黑" panose="020B0503020204020204" pitchFamily="34" charset="-122"/>
              </a:rPr>
              <a:t>模块，实时获取设备任务队列概况、计算能力等信息，选取最合适的</a:t>
            </a:r>
            <a:r>
              <a:rPr lang="en-US" altLang="zh-CN" sz="1400" b="0" dirty="0">
                <a:solidFill>
                  <a:schemeClr val="tx1"/>
                </a:solidFill>
                <a:latin typeface="微软雅黑" panose="020B0503020204020204" pitchFamily="34" charset="-122"/>
                <a:ea typeface="微软雅黑" panose="020B0503020204020204" pitchFamily="34" charset="-122"/>
              </a:rPr>
              <a:t>kernel</a:t>
            </a:r>
            <a:r>
              <a:rPr lang="zh-CN" altLang="en-US" sz="1400" b="0" dirty="0">
                <a:solidFill>
                  <a:schemeClr val="tx1"/>
                </a:solidFill>
                <a:latin typeface="微软雅黑" panose="020B0503020204020204" pitchFamily="34" charset="-122"/>
                <a:ea typeface="微软雅黑" panose="020B0503020204020204" pitchFamily="34" charset="-122"/>
              </a:rPr>
              <a:t>并发执行</a:t>
            </a:r>
            <a:endParaRPr lang="en-US" altLang="zh-CN" sz="1400" b="0" dirty="0" smtClean="0">
              <a:solidFill>
                <a:schemeClr val="tx1"/>
              </a:solidFill>
              <a:latin typeface="微软雅黑" panose="020B0503020204020204" pitchFamily="34" charset="-122"/>
              <a:ea typeface="微软雅黑" panose="020B0503020204020204" pitchFamily="34" charset="-122"/>
            </a:endParaRPr>
          </a:p>
        </p:txBody>
      </p:sp>
      <p:grpSp>
        <p:nvGrpSpPr>
          <p:cNvPr id="7" name="Group 31"/>
          <p:cNvGrpSpPr/>
          <p:nvPr/>
        </p:nvGrpSpPr>
        <p:grpSpPr bwMode="auto">
          <a:xfrm>
            <a:off x="128645" y="1361341"/>
            <a:ext cx="2228260" cy="369332"/>
            <a:chOff x="-22598" y="-29515"/>
            <a:chExt cx="1421854" cy="438748"/>
          </a:xfrm>
        </p:grpSpPr>
        <p:sp>
          <p:nvSpPr>
            <p:cNvPr id="8" name="剪去单角的矩形 123"/>
            <p:cNvSpPr>
              <a:spLocks noChangeArrowheads="1"/>
            </p:cNvSpPr>
            <p:nvPr/>
          </p:nvSpPr>
          <p:spPr bwMode="auto">
            <a:xfrm>
              <a:off x="0" y="16322"/>
              <a:ext cx="1086933" cy="375430"/>
            </a:xfrm>
            <a:custGeom>
              <a:avLst/>
              <a:gdLst>
                <a:gd name="T0" fmla="*/ 0 w 1576223"/>
                <a:gd name="T1" fmla="*/ 0 h 342328"/>
                <a:gd name="T2" fmla="*/ 277 w 1576223"/>
                <a:gd name="T3" fmla="*/ 0 h 342328"/>
                <a:gd name="T4" fmla="*/ 305 w 1576223"/>
                <a:gd name="T5" fmla="*/ 170 h 342328"/>
                <a:gd name="T6" fmla="*/ 305 w 1576223"/>
                <a:gd name="T7" fmla="*/ 400 h 342328"/>
                <a:gd name="T8" fmla="*/ 0 w 1576223"/>
                <a:gd name="T9" fmla="*/ 400 h 342328"/>
                <a:gd name="T10" fmla="*/ 0 w 1576223"/>
                <a:gd name="T11" fmla="*/ 0 h 342328"/>
                <a:gd name="T12" fmla="*/ 0 60000 65536"/>
                <a:gd name="T13" fmla="*/ 0 60000 65536"/>
                <a:gd name="T14" fmla="*/ 0 60000 65536"/>
                <a:gd name="T15" fmla="*/ 0 60000 65536"/>
                <a:gd name="T16" fmla="*/ 0 60000 65536"/>
                <a:gd name="T17" fmla="*/ 0 60000 65536"/>
                <a:gd name="T18" fmla="*/ 0 w 1576223"/>
                <a:gd name="T19" fmla="*/ 0 h 342328"/>
                <a:gd name="T20" fmla="*/ 1576223 w 1576223"/>
                <a:gd name="T21" fmla="*/ 342328 h 342328"/>
              </a:gdLst>
              <a:ahLst/>
              <a:cxnLst>
                <a:cxn ang="T12">
                  <a:pos x="T0" y="T1"/>
                </a:cxn>
                <a:cxn ang="T13">
                  <a:pos x="T2" y="T3"/>
                </a:cxn>
                <a:cxn ang="T14">
                  <a:pos x="T4" y="T5"/>
                </a:cxn>
                <a:cxn ang="T15">
                  <a:pos x="T6" y="T7"/>
                </a:cxn>
                <a:cxn ang="T16">
                  <a:pos x="T8" y="T9"/>
                </a:cxn>
                <a:cxn ang="T17">
                  <a:pos x="T10" y="T11"/>
                </a:cxn>
              </a:cxnLst>
              <a:rect l="T18" t="T19" r="T20" b="T21"/>
              <a:pathLst>
                <a:path w="1576223" h="342328">
                  <a:moveTo>
                    <a:pt x="0" y="0"/>
                  </a:moveTo>
                  <a:lnTo>
                    <a:pt x="1430634" y="0"/>
                  </a:lnTo>
                  <a:lnTo>
                    <a:pt x="1576223" y="145589"/>
                  </a:lnTo>
                  <a:lnTo>
                    <a:pt x="1576223" y="342328"/>
                  </a:lnTo>
                  <a:lnTo>
                    <a:pt x="0" y="342328"/>
                  </a:lnTo>
                  <a:lnTo>
                    <a:pt x="0" y="0"/>
                  </a:lnTo>
                  <a:close/>
                </a:path>
              </a:pathLst>
            </a:custGeom>
            <a:solidFill>
              <a:schemeClr val="accent1">
                <a:lumMod val="60000"/>
                <a:lumOff val="40000"/>
              </a:schemeClr>
            </a:solidFill>
            <a:ln w="9525">
              <a:noFill/>
              <a:miter lim="800000"/>
            </a:ln>
          </p:spPr>
          <p:txBody>
            <a:bodyPr/>
            <a:lstStyle/>
            <a:p>
              <a:pPr eaLnBrk="0" hangingPunct="0"/>
              <a:endParaRPr lang="zh-CN" altLang="en-US" sz="1500"/>
            </a:p>
          </p:txBody>
        </p:sp>
        <p:sp>
          <p:nvSpPr>
            <p:cNvPr id="9" name="矩形 82"/>
            <p:cNvSpPr>
              <a:spLocks noChangeArrowheads="1"/>
            </p:cNvSpPr>
            <p:nvPr/>
          </p:nvSpPr>
          <p:spPr bwMode="auto">
            <a:xfrm>
              <a:off x="-22598" y="-29515"/>
              <a:ext cx="1421854" cy="438748"/>
            </a:xfrm>
            <a:prstGeom prst="rect">
              <a:avLst/>
            </a:prstGeom>
            <a:noFill/>
            <a:ln w="9525">
              <a:noFill/>
              <a:miter lim="800000"/>
            </a:ln>
          </p:spPr>
          <p:txBody>
            <a:bodyPr wrap="square">
              <a:spAutoFit/>
            </a:bodyPr>
            <a:lstStyle/>
            <a:p>
              <a:pPr eaLnBrk="0" hangingPunct="0"/>
              <a:r>
                <a:rPr lang="zh-CN" altLang="en-US" sz="1800" dirty="0" smtClean="0">
                  <a:solidFill>
                    <a:schemeClr val="bg1"/>
                  </a:solidFill>
                  <a:latin typeface="微软雅黑" panose="020B0503020204020204" pitchFamily="34" charset="-122"/>
                  <a:ea typeface="微软雅黑" panose="020B0503020204020204" pitchFamily="34" charset="-122"/>
                </a:rPr>
                <a:t>技术方案</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sp>
        <p:nvSpPr>
          <p:cNvPr id="16" name="标题 7">
            <a:extLst>
              <a:ext uri="{FF2B5EF4-FFF2-40B4-BE49-F238E27FC236}">
                <a16:creationId xmlns:a16="http://schemas.microsoft.com/office/drawing/2014/main" id="{592C6F01-E034-439E-BA28-171FFA1A4827}"/>
              </a:ext>
            </a:extLst>
          </p:cNvPr>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研究</a:t>
            </a:r>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方案</a:t>
            </a:r>
            <a:r>
              <a:rPr lang="en-US" altLang="zh-CN" sz="3000" dirty="0" smtClean="0">
                <a:solidFill>
                  <a:schemeClr val="bg1"/>
                </a:solidFill>
                <a:latin typeface="微软雅黑" panose="020B0503020204020204" pitchFamily="34" charset="-122"/>
                <a:ea typeface="微软雅黑" panose="020B0503020204020204" pitchFamily="34" charset="-122"/>
                <a:cs typeface="+mn-cs"/>
                <a:sym typeface="+mn-ea"/>
              </a:rPr>
              <a:t>2-</a:t>
            </a:r>
            <a:r>
              <a:rPr lang="en-US" altLang="zh-CN" sz="2400" dirty="0" smtClean="0">
                <a:solidFill>
                  <a:schemeClr val="bg1"/>
                </a:solidFill>
                <a:latin typeface="微软雅黑" panose="020B0503020204020204" pitchFamily="34" charset="-122"/>
                <a:ea typeface="微软雅黑" panose="020B0503020204020204" pitchFamily="34" charset="-122"/>
              </a:rPr>
              <a:t>GPU</a:t>
            </a:r>
            <a:r>
              <a:rPr lang="zh-CN" altLang="en-US" sz="2400" dirty="0" smtClean="0">
                <a:solidFill>
                  <a:schemeClr val="bg1"/>
                </a:solidFill>
                <a:latin typeface="微软雅黑" panose="020B0503020204020204" pitchFamily="34" charset="-122"/>
                <a:ea typeface="微软雅黑" panose="020B0503020204020204" pitchFamily="34" charset="-122"/>
              </a:rPr>
              <a:t>资源分配和执行队列动态规划</a:t>
            </a:r>
            <a:endParaRPr lang="zh-CN" altLang="en-US" sz="2000" dirty="0">
              <a:solidFill>
                <a:schemeClr val="bg1"/>
              </a:solidFill>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3"/>
          <a:stretch>
            <a:fillRect/>
          </a:stretch>
        </p:blipFill>
        <p:spPr>
          <a:xfrm>
            <a:off x="3824694" y="1879847"/>
            <a:ext cx="4776606" cy="3974913"/>
          </a:xfrm>
          <a:prstGeom prst="rect">
            <a:avLst/>
          </a:prstGeom>
        </p:spPr>
      </p:pic>
    </p:spTree>
    <p:extLst>
      <p:ext uri="{BB962C8B-B14F-4D97-AF65-F5344CB8AC3E}">
        <p14:creationId xmlns:p14="http://schemas.microsoft.com/office/powerpoint/2010/main" val="3234814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nvSpPr>
        <p:spPr bwMode="auto">
          <a:xfrm>
            <a:off x="257174" y="2598420"/>
            <a:ext cx="8137526" cy="3846830"/>
          </a:xfrm>
          <a:prstGeom prst="roundRect">
            <a:avLst>
              <a:gd name="adj" fmla="val 6705"/>
            </a:avLst>
          </a:prstGeom>
          <a:noFill/>
          <a:ln w="19050" cap="flat" cmpd="sng" algn="ctr">
            <a:solidFill>
              <a:schemeClr val="accent1">
                <a:lumMod val="60000"/>
                <a:lumOff val="40000"/>
              </a:schemeClr>
            </a:solidFill>
            <a:prstDash val="solid"/>
            <a:round/>
            <a:headEnd type="none" w="med" len="med"/>
            <a:tailEnd type="none" w="med" len="med"/>
          </a:ln>
        </p:spPr>
        <p:txBody>
          <a:bodyPr vert="horz" wrap="square" lIns="68608" tIns="34304" rIns="68608" bIns="34304" numCol="1" rtlCol="0" anchor="t" anchorCtr="0" compatLnSpc="1"/>
          <a:lstStyle/>
          <a:p>
            <a:pPr marL="127000" indent="0" fontAlgn="auto" latinLnBrk="0">
              <a:lnSpc>
                <a:spcPct val="150000"/>
              </a:lnSpc>
              <a:spcBef>
                <a:spcPts val="0"/>
              </a:spcBef>
              <a:spcAft>
                <a:spcPts val="0"/>
              </a:spcAft>
              <a:buClr>
                <a:schemeClr val="tx2"/>
              </a:buClr>
              <a:buFont typeface="Arial" panose="020B0604020202020204" pitchFamily="34" charset="0"/>
              <a:buNone/>
            </a:pPr>
            <a:endParaRPr lang="en-US" altLang="zh-CN" sz="1600" b="0" dirty="0">
              <a:solidFill>
                <a:schemeClr val="tx1"/>
              </a:solidFill>
              <a:latin typeface="微软雅黑" panose="020B0503020204020204" pitchFamily="34" charset="-122"/>
              <a:ea typeface="微软雅黑" panose="020B0503020204020204" pitchFamily="34" charset="-122"/>
            </a:endParaRPr>
          </a:p>
        </p:txBody>
      </p:sp>
      <p:sp>
        <p:nvSpPr>
          <p:cNvPr id="3"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研究内容</a:t>
            </a:r>
          </a:p>
        </p:txBody>
      </p:sp>
      <p:sp>
        <p:nvSpPr>
          <p:cNvPr id="28" name="圆角矩形 44"/>
          <p:cNvSpPr/>
          <p:nvPr/>
        </p:nvSpPr>
        <p:spPr>
          <a:xfrm>
            <a:off x="486409" y="2762155"/>
            <a:ext cx="7679056" cy="3484740"/>
          </a:xfrm>
          <a:prstGeom prst="roundRect">
            <a:avLst>
              <a:gd name="adj" fmla="val 8612"/>
            </a:avLst>
          </a:prstGeom>
          <a:solidFill>
            <a:srgbClr val="EEEEEE"/>
          </a:solidFill>
          <a:ln w="9525">
            <a:solidFill>
              <a:srgbClr val="CED0D5"/>
            </a:solidFill>
            <a:miter lim="800000"/>
          </a:ln>
          <a:effectLst>
            <a:outerShdw blurRad="50800" dist="38100" dir="5400000" algn="t" rotWithShape="0">
              <a:prstClr val="black">
                <a:alpha val="40000"/>
              </a:prstClr>
            </a:outerShdw>
          </a:effectLst>
        </p:spPr>
        <p:txBody>
          <a:bodyPr anchor="ctr" anchorCtr="0"/>
          <a:lstStyle/>
          <a:p>
            <a:pPr marL="355600" indent="-285750" fontAlgn="auto">
              <a:lnSpc>
                <a:spcPct val="130000"/>
              </a:lnSpc>
              <a:spcBef>
                <a:spcPts val="0"/>
              </a:spcBef>
              <a:spcAft>
                <a:spcPts val="0"/>
              </a:spcAft>
              <a:buClr>
                <a:schemeClr val="tx2"/>
              </a:buClr>
              <a:buFont typeface="Arial" panose="020B0604020202020204" pitchFamily="34" charset="0"/>
              <a:buChar char="•"/>
            </a:pP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雷达信号的处理</a:t>
            </a:r>
            <a:r>
              <a:rPr lang="zh-CN" altLang="en-US" sz="1600" b="0" dirty="0">
                <a:solidFill>
                  <a:schemeClr val="tx1"/>
                </a:solidFill>
                <a:latin typeface="微软雅黑" panose="020B0503020204020204" pitchFamily="34" charset="-122"/>
                <a:ea typeface="微软雅黑" panose="020B0503020204020204" pitchFamily="34" charset="-122"/>
                <a:sym typeface="+mn-ea"/>
              </a:rPr>
              <a:t>多</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为简单的大规模矩阵运算，支持划分为数据空间不相交的小规模矩阵运算。异构计算平台拥有多个</a:t>
            </a:r>
            <a:r>
              <a:rPr lang="en-US" altLang="zh-CN" sz="1600" b="0" dirty="0" smtClean="0">
                <a:solidFill>
                  <a:schemeClr val="tx1"/>
                </a:solidFill>
                <a:latin typeface="微软雅黑" panose="020B0503020204020204" pitchFamily="34" charset="-122"/>
                <a:ea typeface="微软雅黑" panose="020B0503020204020204" pitchFamily="34" charset="-122"/>
                <a:sym typeface="+mn-ea"/>
              </a:rPr>
              <a:t>GPU</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设备，具备多</a:t>
            </a:r>
            <a:r>
              <a:rPr lang="en-US" altLang="zh-CN" sz="1600" b="0" dirty="0" smtClean="0">
                <a:solidFill>
                  <a:schemeClr val="tx1"/>
                </a:solidFill>
                <a:latin typeface="微软雅黑" panose="020B0503020204020204" pitchFamily="34" charset="-122"/>
                <a:ea typeface="微软雅黑" panose="020B0503020204020204" pitchFamily="34" charset="-122"/>
                <a:sym typeface="+mn-ea"/>
              </a:rPr>
              <a:t>GPU</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协同运算的天然优势。合理利用此优势，可以通过将单一大任务切割为多个小任务分发到</a:t>
            </a:r>
            <a:r>
              <a:rPr lang="zh-CN" altLang="en-US" sz="1600" b="0" dirty="0">
                <a:solidFill>
                  <a:schemeClr val="tx1"/>
                </a:solidFill>
                <a:latin typeface="微软雅黑" panose="020B0503020204020204" pitchFamily="34" charset="-122"/>
                <a:ea typeface="微软雅黑" panose="020B0503020204020204" pitchFamily="34" charset="-122"/>
                <a:sym typeface="+mn-ea"/>
              </a:rPr>
              <a:t>平台</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多</a:t>
            </a:r>
            <a:r>
              <a:rPr lang="en-US" altLang="zh-CN" sz="1600" b="0" dirty="0" smtClean="0">
                <a:solidFill>
                  <a:schemeClr val="tx1"/>
                </a:solidFill>
                <a:latin typeface="微软雅黑" panose="020B0503020204020204" pitchFamily="34" charset="-122"/>
                <a:ea typeface="微软雅黑" panose="020B0503020204020204" pitchFamily="34" charset="-122"/>
                <a:sym typeface="+mn-ea"/>
              </a:rPr>
              <a:t>GPU</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上，以并行计算减少处理时间。</a:t>
            </a:r>
            <a:endParaRPr lang="en-US" altLang="zh-CN" sz="1600" b="0" dirty="0" smtClean="0">
              <a:solidFill>
                <a:schemeClr val="tx1"/>
              </a:solidFill>
              <a:latin typeface="微软雅黑" panose="020B0503020204020204" pitchFamily="34" charset="-122"/>
              <a:ea typeface="微软雅黑" panose="020B0503020204020204" pitchFamily="34" charset="-122"/>
              <a:sym typeface="+mn-ea"/>
            </a:endParaRPr>
          </a:p>
          <a:p>
            <a:pPr marL="355600" indent="-285750" fontAlgn="auto">
              <a:lnSpc>
                <a:spcPct val="130000"/>
              </a:lnSpc>
              <a:spcBef>
                <a:spcPts val="0"/>
              </a:spcBef>
              <a:spcAft>
                <a:spcPts val="0"/>
              </a:spcAft>
              <a:buClr>
                <a:schemeClr val="tx2"/>
              </a:buClr>
              <a:buFont typeface="Arial" panose="020B0604020202020204" pitchFamily="34" charset="0"/>
              <a:buChar char="•"/>
            </a:pP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针对这个需求，受多种矩阵切割调度方法启发，设计</a:t>
            </a:r>
            <a:r>
              <a:rPr lang="zh-CN" altLang="en-US" sz="1600" b="0" dirty="0">
                <a:solidFill>
                  <a:schemeClr val="tx1"/>
                </a:solidFill>
                <a:latin typeface="微软雅黑" panose="020B0503020204020204" pitchFamily="34" charset="-122"/>
                <a:ea typeface="微软雅黑" panose="020B0503020204020204" pitchFamily="34" charset="-122"/>
                <a:sym typeface="+mn-ea"/>
              </a:rPr>
              <a:t>一种</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大规模矩阵任务“切割</a:t>
            </a:r>
            <a:r>
              <a:rPr lang="en-US" altLang="zh-CN" sz="1600" b="0" dirty="0">
                <a:solidFill>
                  <a:schemeClr val="tx1"/>
                </a:solidFill>
                <a:latin typeface="微软雅黑" panose="020B0503020204020204" pitchFamily="34" charset="-122"/>
                <a:ea typeface="微软雅黑" panose="020B0503020204020204" pitchFamily="34" charset="-122"/>
                <a:sym typeface="+mn-ea"/>
              </a:rPr>
              <a:t>-</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合并”执行</a:t>
            </a:r>
            <a:r>
              <a:rPr lang="zh-CN" altLang="en-US" sz="1600" b="0" dirty="0">
                <a:solidFill>
                  <a:schemeClr val="tx1"/>
                </a:solidFill>
                <a:latin typeface="微软雅黑" panose="020B0503020204020204" pitchFamily="34" charset="-122"/>
                <a:ea typeface="微软雅黑" panose="020B0503020204020204" pitchFamily="34" charset="-122"/>
                <a:sym typeface="+mn-ea"/>
              </a:rPr>
              <a:t>的</a:t>
            </a:r>
            <a:r>
              <a:rPr lang="en-US" altLang="zh-CN" sz="1600" b="0" dirty="0">
                <a:solidFill>
                  <a:schemeClr val="tx1"/>
                </a:solidFill>
                <a:latin typeface="微软雅黑" panose="020B0503020204020204" pitchFamily="34" charset="-122"/>
                <a:ea typeface="微软雅黑" panose="020B0503020204020204" pitchFamily="34" charset="-122"/>
                <a:sym typeface="+mn-ea"/>
              </a:rPr>
              <a:t>GPU</a:t>
            </a:r>
            <a:r>
              <a:rPr lang="zh-CN" altLang="en-US" sz="1600" b="0" dirty="0">
                <a:solidFill>
                  <a:schemeClr val="tx1"/>
                </a:solidFill>
                <a:latin typeface="微软雅黑" panose="020B0503020204020204" pitchFamily="34" charset="-122"/>
                <a:ea typeface="微软雅黑" panose="020B0503020204020204" pitchFamily="34" charset="-122"/>
                <a:sym typeface="+mn-ea"/>
              </a:rPr>
              <a:t>协同运算</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技术。</a:t>
            </a:r>
            <a:r>
              <a:rPr lang="zh-CN" altLang="en-US" sz="1600" b="0" dirty="0">
                <a:solidFill>
                  <a:schemeClr val="tx1"/>
                </a:solidFill>
                <a:latin typeface="微软雅黑" panose="020B0503020204020204" pitchFamily="34" charset="-122"/>
                <a:ea typeface="微软雅黑" panose="020B0503020204020204" pitchFamily="34" charset="-122"/>
                <a:sym typeface="+mn-ea"/>
              </a:rPr>
              <a:t>提供运行时切割策略，将大规模矩阵计算任务分割为地址空间不相交的多个子任务，在</a:t>
            </a:r>
            <a:r>
              <a:rPr lang="en-US" altLang="zh-CN" sz="1600" b="0" dirty="0">
                <a:solidFill>
                  <a:schemeClr val="tx1"/>
                </a:solidFill>
                <a:latin typeface="微软雅黑" panose="020B0503020204020204" pitchFamily="34" charset="-122"/>
                <a:ea typeface="微软雅黑" panose="020B0503020204020204" pitchFamily="34" charset="-122"/>
                <a:sym typeface="+mn-ea"/>
              </a:rPr>
              <a:t>GPU</a:t>
            </a:r>
            <a:r>
              <a:rPr lang="zh-CN" altLang="en-US" sz="1600" b="0" dirty="0">
                <a:solidFill>
                  <a:schemeClr val="tx1"/>
                </a:solidFill>
                <a:latin typeface="微软雅黑" panose="020B0503020204020204" pitchFamily="34" charset="-122"/>
                <a:ea typeface="微软雅黑" panose="020B0503020204020204" pitchFamily="34" charset="-122"/>
                <a:sym typeface="+mn-ea"/>
              </a:rPr>
              <a:t>协同计算完成后合并出完整</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结果。运行时切割策略考虑</a:t>
            </a:r>
            <a:r>
              <a:rPr lang="en-US" altLang="zh-CN" sz="1600" b="0" dirty="0" smtClean="0">
                <a:solidFill>
                  <a:schemeClr val="tx1"/>
                </a:solidFill>
                <a:latin typeface="微软雅黑" panose="020B0503020204020204" pitchFamily="34" charset="-122"/>
                <a:ea typeface="微软雅黑" panose="020B0503020204020204" pitchFamily="34" charset="-122"/>
                <a:sym typeface="+mn-ea"/>
              </a:rPr>
              <a:t>GPU</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计算能力，动态调整切割策略，尽量达到多</a:t>
            </a:r>
            <a:r>
              <a:rPr lang="en-US" altLang="zh-CN" sz="1600" b="0" dirty="0" smtClean="0">
                <a:solidFill>
                  <a:schemeClr val="tx1"/>
                </a:solidFill>
                <a:latin typeface="微软雅黑" panose="020B0503020204020204" pitchFamily="34" charset="-122"/>
                <a:ea typeface="微软雅黑" panose="020B0503020204020204" pitchFamily="34" charset="-122"/>
                <a:sym typeface="+mn-ea"/>
              </a:rPr>
              <a:t>GPU</a:t>
            </a:r>
            <a:r>
              <a:rPr lang="zh-CN" altLang="en-US" sz="1600" b="0" dirty="0" smtClean="0">
                <a:solidFill>
                  <a:schemeClr val="tx1"/>
                </a:solidFill>
                <a:latin typeface="微软雅黑" panose="020B0503020204020204" pitchFamily="34" charset="-122"/>
                <a:ea typeface="微软雅黑" panose="020B0503020204020204" pitchFamily="34" charset="-122"/>
                <a:sym typeface="+mn-ea"/>
              </a:rPr>
              <a:t>的负载均衡。</a:t>
            </a:r>
            <a:endParaRPr lang="en-US" altLang="zh-CN" sz="1600" b="0" dirty="0">
              <a:solidFill>
                <a:schemeClr val="tx1"/>
              </a:solidFill>
              <a:latin typeface="微软雅黑" panose="020B0503020204020204" pitchFamily="34" charset="-122"/>
              <a:ea typeface="微软雅黑" panose="020B0503020204020204" pitchFamily="34" charset="-122"/>
              <a:sym typeface="+mn-ea"/>
            </a:endParaRPr>
          </a:p>
        </p:txBody>
      </p:sp>
      <p:sp>
        <p:nvSpPr>
          <p:cNvPr id="14" name="圆角矩形 13"/>
          <p:cNvSpPr/>
          <p:nvPr/>
        </p:nvSpPr>
        <p:spPr>
          <a:xfrm>
            <a:off x="810894" y="1562735"/>
            <a:ext cx="7583806" cy="746760"/>
          </a:xfrm>
          <a:prstGeom prst="round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indent="0">
              <a:lnSpc>
                <a:spcPct val="130000"/>
              </a:lnSpc>
              <a:buFont typeface="Arial" panose="020B0604020202020204" pitchFamily="34" charset="0"/>
              <a:buNone/>
            </a:pPr>
            <a:r>
              <a:rPr lang="zh-CN" altLang="en-US" sz="1800" dirty="0">
                <a:solidFill>
                  <a:schemeClr val="tx1"/>
                </a:solidFill>
                <a:latin typeface="微软雅黑" panose="020B0503020204020204" pitchFamily="34" charset="-122"/>
                <a:ea typeface="微软雅黑" panose="020B0503020204020204" pitchFamily="34" charset="-122"/>
                <a:sym typeface="+mn-ea"/>
              </a:rPr>
              <a:t>     </a:t>
            </a:r>
            <a:r>
              <a:rPr lang="zh-CN" altLang="en-US" sz="1800" dirty="0" smtClean="0">
                <a:solidFill>
                  <a:schemeClr val="tx1"/>
                </a:solidFill>
                <a:latin typeface="微软雅黑" panose="020B0503020204020204" pitchFamily="34" charset="-122"/>
                <a:ea typeface="微软雅黑" panose="020B0503020204020204" pitchFamily="34" charset="-122"/>
                <a:sym typeface="+mn-ea"/>
              </a:rPr>
              <a:t> 大规模任务切割与多</a:t>
            </a:r>
            <a:r>
              <a:rPr lang="en-US" altLang="zh-CN" sz="1800" dirty="0" smtClean="0">
                <a:solidFill>
                  <a:schemeClr val="tx1"/>
                </a:solidFill>
                <a:latin typeface="微软雅黑" panose="020B0503020204020204" pitchFamily="34" charset="-122"/>
                <a:ea typeface="微软雅黑" panose="020B0503020204020204" pitchFamily="34" charset="-122"/>
                <a:sym typeface="+mn-ea"/>
              </a:rPr>
              <a:t>GPU</a:t>
            </a:r>
            <a:r>
              <a:rPr lang="zh-CN" altLang="en-US" sz="1800" dirty="0" smtClean="0">
                <a:solidFill>
                  <a:schemeClr val="tx1"/>
                </a:solidFill>
                <a:latin typeface="微软雅黑" panose="020B0503020204020204" pitchFamily="34" charset="-122"/>
                <a:ea typeface="微软雅黑" panose="020B0503020204020204" pitchFamily="34" charset="-122"/>
                <a:sym typeface="+mn-ea"/>
              </a:rPr>
              <a:t>协同运算技术</a:t>
            </a:r>
            <a:endParaRPr lang="zh-CN" altLang="en-US" sz="1600" dirty="0">
              <a:solidFill>
                <a:schemeClr val="tx1"/>
              </a:solidFill>
            </a:endParaRPr>
          </a:p>
        </p:txBody>
      </p:sp>
      <p:grpSp>
        <p:nvGrpSpPr>
          <p:cNvPr id="15" name="Group 5"/>
          <p:cNvGrpSpPr/>
          <p:nvPr/>
        </p:nvGrpSpPr>
        <p:grpSpPr bwMode="auto">
          <a:xfrm>
            <a:off x="175159" y="1458706"/>
            <a:ext cx="993873" cy="981009"/>
            <a:chOff x="802" y="845"/>
            <a:chExt cx="827" cy="826"/>
          </a:xfrm>
        </p:grpSpPr>
        <p:sp>
          <p:nvSpPr>
            <p:cNvPr id="16" name="Oval 6"/>
            <p:cNvSpPr>
              <a:spLocks noChangeArrowheads="1"/>
            </p:cNvSpPr>
            <p:nvPr/>
          </p:nvSpPr>
          <p:spPr bwMode="ltGray">
            <a:xfrm>
              <a:off x="802" y="845"/>
              <a:ext cx="827" cy="826"/>
            </a:xfrm>
            <a:prstGeom prst="ellipse">
              <a:avLst/>
            </a:prstGeom>
            <a:solidFill>
              <a:srgbClr val="F8F8F8"/>
            </a:solidFill>
            <a:ln w="19050">
              <a:solidFill>
                <a:schemeClr val="accent1">
                  <a:lumMod val="60000"/>
                  <a:lumOff val="40000"/>
                </a:schemeClr>
              </a:solidFill>
              <a:round/>
            </a:ln>
          </p:spPr>
          <p:txBody>
            <a:bodyPr wrap="none" anchor="ctr"/>
            <a:lstStyle/>
            <a:p>
              <a:endParaRPr lang="zh-CN" altLang="en-US" sz="1500">
                <a:latin typeface="Calibri" panose="020F0502020204030204" pitchFamily="34" charset="0"/>
                <a:cs typeface="Arial" panose="020B0604020202020204" pitchFamily="34" charset="0"/>
              </a:endParaRPr>
            </a:p>
          </p:txBody>
        </p:sp>
        <p:sp>
          <p:nvSpPr>
            <p:cNvPr id="17" name="Oval 7"/>
            <p:cNvSpPr>
              <a:spLocks noChangeArrowheads="1"/>
            </p:cNvSpPr>
            <p:nvPr/>
          </p:nvSpPr>
          <p:spPr bwMode="ltGray">
            <a:xfrm>
              <a:off x="836" y="879"/>
              <a:ext cx="758" cy="758"/>
            </a:xfrm>
            <a:prstGeom prst="ellipse">
              <a:avLst/>
            </a:prstGeom>
            <a:solidFill>
              <a:srgbClr val="FFFFFF"/>
            </a:solidFill>
            <a:ln w="19050">
              <a:solidFill>
                <a:schemeClr val="accent1">
                  <a:lumMod val="60000"/>
                  <a:lumOff val="40000"/>
                </a:schemeClr>
              </a:solidFill>
              <a:round/>
            </a:ln>
          </p:spPr>
          <p:txBody>
            <a:bodyPr wrap="none" anchor="ctr"/>
            <a:lstStyle/>
            <a:p>
              <a:endParaRPr lang="zh-CN" altLang="en-US" sz="1500">
                <a:latin typeface="Calibri" panose="020F0502020204030204" pitchFamily="34" charset="0"/>
                <a:cs typeface="Arial" panose="020B0604020202020204" pitchFamily="34" charset="0"/>
              </a:endParaRPr>
            </a:p>
          </p:txBody>
        </p:sp>
        <p:sp>
          <p:nvSpPr>
            <p:cNvPr id="18" name="Oval 8"/>
            <p:cNvSpPr>
              <a:spLocks noChangeArrowheads="1"/>
            </p:cNvSpPr>
            <p:nvPr/>
          </p:nvSpPr>
          <p:spPr bwMode="ltGray">
            <a:xfrm>
              <a:off x="870" y="915"/>
              <a:ext cx="690" cy="690"/>
            </a:xfrm>
            <a:prstGeom prst="ellipse">
              <a:avLst/>
            </a:prstGeom>
            <a:noFill/>
            <a:ln w="19050">
              <a:solidFill>
                <a:schemeClr val="accent1">
                  <a:lumMod val="60000"/>
                  <a:lumOff val="40000"/>
                </a:schemeClr>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500">
                <a:latin typeface="Calibri" panose="020F0502020204030204" pitchFamily="34" charset="0"/>
                <a:cs typeface="Arial" panose="020B0604020202020204" pitchFamily="34" charset="0"/>
              </a:endParaRPr>
            </a:p>
          </p:txBody>
        </p:sp>
      </p:grpSp>
      <p:sp>
        <p:nvSpPr>
          <p:cNvPr id="24" name="TextBox 69"/>
          <p:cNvSpPr txBox="1"/>
          <p:nvPr/>
        </p:nvSpPr>
        <p:spPr>
          <a:xfrm>
            <a:off x="228924" y="1616990"/>
            <a:ext cx="910616" cy="646331"/>
          </a:xfrm>
          <a:prstGeom prst="rect">
            <a:avLst/>
          </a:prstGeom>
          <a:noFill/>
        </p:spPr>
        <p:txBody>
          <a:bodyPr>
            <a:spAutoFit/>
          </a:bodyPr>
          <a:lstStyle/>
          <a:p>
            <a:pPr algn="ctr">
              <a:defRPr/>
            </a:pPr>
            <a:r>
              <a:rPr lang="zh-CN" altLang="en-US" sz="1800" b="1" dirty="0">
                <a:solidFill>
                  <a:schemeClr val="tx1"/>
                </a:solidFill>
                <a:latin typeface="微软雅黑" panose="020B0503020204020204" pitchFamily="34" charset="-122"/>
                <a:ea typeface="微软雅黑" panose="020B0503020204020204" pitchFamily="34" charset="-122"/>
              </a:rPr>
              <a:t>研究</a:t>
            </a:r>
            <a:endParaRPr lang="en-US" altLang="zh-CN" sz="1800" b="1" dirty="0">
              <a:solidFill>
                <a:schemeClr val="tx1"/>
              </a:solidFill>
              <a:latin typeface="微软雅黑" panose="020B0503020204020204" pitchFamily="34" charset="-122"/>
              <a:ea typeface="微软雅黑" panose="020B0503020204020204" pitchFamily="34" charset="-122"/>
            </a:endParaRPr>
          </a:p>
          <a:p>
            <a:pPr algn="ctr">
              <a:defRPr/>
            </a:pPr>
            <a:r>
              <a:rPr lang="zh-CN" altLang="en-US" sz="1800" b="1" dirty="0">
                <a:solidFill>
                  <a:schemeClr val="tx1"/>
                </a:solidFill>
                <a:latin typeface="微软雅黑" panose="020B0503020204020204" pitchFamily="34" charset="-122"/>
                <a:ea typeface="微软雅黑" panose="020B0503020204020204" pitchFamily="34" charset="-122"/>
              </a:rPr>
              <a:t>内容三</a:t>
            </a:r>
            <a:endParaRPr lang="en-US" altLang="zh-CN" sz="18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32025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44"/>
          <p:cNvSpPr/>
          <p:nvPr/>
        </p:nvSpPr>
        <p:spPr>
          <a:xfrm>
            <a:off x="93235" y="1674589"/>
            <a:ext cx="3207314" cy="4776432"/>
          </a:xfrm>
          <a:prstGeom prst="roundRect">
            <a:avLst>
              <a:gd name="adj" fmla="val 9000"/>
            </a:avLst>
          </a:prstGeom>
          <a:noFill/>
          <a:ln w="19050">
            <a:solidFill>
              <a:schemeClr val="accent1">
                <a:lumMod val="60000"/>
                <a:lumOff val="40000"/>
              </a:schemeClr>
            </a:solidFill>
            <a:miter lim="800000"/>
          </a:ln>
        </p:spPr>
        <p:txBody>
          <a:bodyPr anchor="ctr"/>
          <a:lstStyle/>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设计一套考虑</a:t>
            </a:r>
            <a:r>
              <a:rPr lang="en-US" altLang="zh-CN" sz="1400" b="0" dirty="0">
                <a:solidFill>
                  <a:schemeClr val="tx1"/>
                </a:solidFill>
                <a:latin typeface="微软雅黑" panose="020B0503020204020204" pitchFamily="34" charset="-122"/>
                <a:ea typeface="微软雅黑" panose="020B0503020204020204" pitchFamily="34" charset="-122"/>
              </a:rPr>
              <a:t>GPU</a:t>
            </a:r>
            <a:r>
              <a:rPr lang="zh-CN" altLang="en-US" sz="1400" b="0" dirty="0">
                <a:solidFill>
                  <a:schemeClr val="tx1"/>
                </a:solidFill>
                <a:latin typeface="微软雅黑" panose="020B0503020204020204" pitchFamily="34" charset="-122"/>
                <a:ea typeface="微软雅黑" panose="020B0503020204020204" pitchFamily="34" charset="-122"/>
              </a:rPr>
              <a:t>计算能力与内存容量的大矩阵切割方法，为不同处理能力的</a:t>
            </a:r>
            <a:r>
              <a:rPr lang="en-US" altLang="zh-CN" sz="1400" b="0" dirty="0">
                <a:solidFill>
                  <a:schemeClr val="tx1"/>
                </a:solidFill>
                <a:latin typeface="微软雅黑" panose="020B0503020204020204" pitchFamily="34" charset="-122"/>
                <a:ea typeface="微软雅黑" panose="020B0503020204020204" pitchFamily="34" charset="-122"/>
              </a:rPr>
              <a:t>GPU</a:t>
            </a:r>
            <a:r>
              <a:rPr lang="zh-CN" altLang="en-US" sz="1400" b="0" dirty="0">
                <a:solidFill>
                  <a:schemeClr val="tx1"/>
                </a:solidFill>
                <a:latin typeface="微软雅黑" panose="020B0503020204020204" pitchFamily="34" charset="-122"/>
                <a:ea typeface="微软雅黑" panose="020B0503020204020204" pitchFamily="34" charset="-122"/>
              </a:rPr>
              <a:t>设备分配不同大小的子任务，以期达到负载</a:t>
            </a:r>
            <a:r>
              <a:rPr lang="zh-CN" altLang="en-US" sz="1400" b="0" dirty="0" smtClean="0">
                <a:solidFill>
                  <a:schemeClr val="tx1"/>
                </a:solidFill>
                <a:latin typeface="微软雅黑" panose="020B0503020204020204" pitchFamily="34" charset="-122"/>
                <a:ea typeface="微软雅黑" panose="020B0503020204020204" pitchFamily="34" charset="-122"/>
              </a:rPr>
              <a:t>均衡</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smtClean="0">
                <a:solidFill>
                  <a:schemeClr val="tx1"/>
                </a:solidFill>
                <a:latin typeface="微软雅黑" panose="020B0503020204020204" pitchFamily="34" charset="-122"/>
                <a:ea typeface="微软雅黑" panose="020B0503020204020204" pitchFamily="34" charset="-122"/>
              </a:rPr>
              <a:t>向上</a:t>
            </a:r>
            <a:r>
              <a:rPr lang="zh-CN" altLang="en-US" sz="1400" b="0" dirty="0">
                <a:solidFill>
                  <a:schemeClr val="tx1"/>
                </a:solidFill>
                <a:latin typeface="微软雅黑" panose="020B0503020204020204" pitchFamily="34" charset="-122"/>
                <a:ea typeface="微软雅黑" panose="020B0503020204020204" pitchFamily="34" charset="-122"/>
              </a:rPr>
              <a:t>提供一套大规模矩阵运算</a:t>
            </a:r>
            <a:r>
              <a:rPr lang="en-US" altLang="zh-CN" sz="1400" b="0" dirty="0">
                <a:solidFill>
                  <a:schemeClr val="tx1"/>
                </a:solidFill>
                <a:latin typeface="微软雅黑" panose="020B0503020204020204" pitchFamily="34" charset="-122"/>
                <a:ea typeface="微软雅黑" panose="020B0503020204020204" pitchFamily="34" charset="-122"/>
              </a:rPr>
              <a:t>Kernel</a:t>
            </a:r>
            <a:r>
              <a:rPr lang="zh-CN" altLang="en-US" sz="1400" b="0" dirty="0">
                <a:solidFill>
                  <a:schemeClr val="tx1"/>
                </a:solidFill>
                <a:latin typeface="微软雅黑" panose="020B0503020204020204" pitchFamily="34" charset="-122"/>
                <a:ea typeface="微软雅黑" panose="020B0503020204020204" pitchFamily="34" charset="-122"/>
              </a:rPr>
              <a:t>函数接口，用户可以自决定是否采用分割</a:t>
            </a:r>
            <a:r>
              <a:rPr lang="en-US" altLang="zh-CN" sz="1400" b="0" dirty="0">
                <a:solidFill>
                  <a:schemeClr val="tx1"/>
                </a:solidFill>
                <a:latin typeface="微软雅黑" panose="020B0503020204020204" pitchFamily="34" charset="-122"/>
                <a:ea typeface="微软雅黑" panose="020B0503020204020204" pitchFamily="34" charset="-122"/>
              </a:rPr>
              <a:t>-</a:t>
            </a:r>
            <a:r>
              <a:rPr lang="zh-CN" altLang="en-US" sz="1400" b="0" dirty="0">
                <a:solidFill>
                  <a:schemeClr val="tx1"/>
                </a:solidFill>
                <a:latin typeface="微软雅黑" panose="020B0503020204020204" pitchFamily="34" charset="-122"/>
                <a:ea typeface="微软雅黑" panose="020B0503020204020204" pitchFamily="34" charset="-122"/>
              </a:rPr>
              <a:t>合并算法</a:t>
            </a:r>
            <a:r>
              <a:rPr lang="zh-CN" altLang="en-US" sz="1400" b="0" dirty="0" smtClean="0">
                <a:solidFill>
                  <a:schemeClr val="tx1"/>
                </a:solidFill>
                <a:latin typeface="微软雅黑" panose="020B0503020204020204" pitchFamily="34" charset="-122"/>
                <a:ea typeface="微软雅黑" panose="020B0503020204020204" pitchFamily="34" charset="-122"/>
              </a:rPr>
              <a:t>。</a:t>
            </a:r>
            <a:endParaRPr lang="en-US" altLang="zh-CN" sz="1400" b="0" dirty="0" smtClean="0">
              <a:solidFill>
                <a:schemeClr val="tx1"/>
              </a:solidFill>
              <a:latin typeface="微软雅黑" panose="020B0503020204020204" pitchFamily="34" charset="-122"/>
              <a:ea typeface="微软雅黑" panose="020B0503020204020204" pitchFamily="34" charset="-122"/>
            </a:endParaRPr>
          </a:p>
          <a:p>
            <a:pPr marL="285750" indent="-215900" fontAlgn="auto">
              <a:lnSpc>
                <a:spcPct val="130000"/>
              </a:lnSpc>
              <a:spcBef>
                <a:spcPts val="0"/>
              </a:spcBef>
              <a:spcAft>
                <a:spcPts val="600"/>
              </a:spcAft>
              <a:buClr>
                <a:schemeClr val="tx2"/>
              </a:buClr>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设计子任务合并方法，将子任务处理结果合并至统一管理的内存中。</a:t>
            </a:r>
            <a:endParaRPr lang="en-US" altLang="zh-CN" sz="1400" b="0" dirty="0">
              <a:solidFill>
                <a:schemeClr val="tx1"/>
              </a:solidFill>
              <a:latin typeface="微软雅黑" panose="020B0503020204020204" pitchFamily="34" charset="-122"/>
              <a:ea typeface="微软雅黑" panose="020B0503020204020204" pitchFamily="34" charset="-122"/>
            </a:endParaRPr>
          </a:p>
        </p:txBody>
      </p:sp>
      <p:grpSp>
        <p:nvGrpSpPr>
          <p:cNvPr id="7" name="Group 31"/>
          <p:cNvGrpSpPr/>
          <p:nvPr/>
        </p:nvGrpSpPr>
        <p:grpSpPr bwMode="auto">
          <a:xfrm>
            <a:off x="128645" y="1361341"/>
            <a:ext cx="2228260" cy="369332"/>
            <a:chOff x="-22598" y="-29515"/>
            <a:chExt cx="1421854" cy="438748"/>
          </a:xfrm>
        </p:grpSpPr>
        <p:sp>
          <p:nvSpPr>
            <p:cNvPr id="8" name="剪去单角的矩形 123"/>
            <p:cNvSpPr>
              <a:spLocks noChangeArrowheads="1"/>
            </p:cNvSpPr>
            <p:nvPr/>
          </p:nvSpPr>
          <p:spPr bwMode="auto">
            <a:xfrm>
              <a:off x="0" y="16322"/>
              <a:ext cx="1086933" cy="375430"/>
            </a:xfrm>
            <a:custGeom>
              <a:avLst/>
              <a:gdLst>
                <a:gd name="T0" fmla="*/ 0 w 1576223"/>
                <a:gd name="T1" fmla="*/ 0 h 342328"/>
                <a:gd name="T2" fmla="*/ 277 w 1576223"/>
                <a:gd name="T3" fmla="*/ 0 h 342328"/>
                <a:gd name="T4" fmla="*/ 305 w 1576223"/>
                <a:gd name="T5" fmla="*/ 170 h 342328"/>
                <a:gd name="T6" fmla="*/ 305 w 1576223"/>
                <a:gd name="T7" fmla="*/ 400 h 342328"/>
                <a:gd name="T8" fmla="*/ 0 w 1576223"/>
                <a:gd name="T9" fmla="*/ 400 h 342328"/>
                <a:gd name="T10" fmla="*/ 0 w 1576223"/>
                <a:gd name="T11" fmla="*/ 0 h 342328"/>
                <a:gd name="T12" fmla="*/ 0 60000 65536"/>
                <a:gd name="T13" fmla="*/ 0 60000 65536"/>
                <a:gd name="T14" fmla="*/ 0 60000 65536"/>
                <a:gd name="T15" fmla="*/ 0 60000 65536"/>
                <a:gd name="T16" fmla="*/ 0 60000 65536"/>
                <a:gd name="T17" fmla="*/ 0 60000 65536"/>
                <a:gd name="T18" fmla="*/ 0 w 1576223"/>
                <a:gd name="T19" fmla="*/ 0 h 342328"/>
                <a:gd name="T20" fmla="*/ 1576223 w 1576223"/>
                <a:gd name="T21" fmla="*/ 342328 h 342328"/>
              </a:gdLst>
              <a:ahLst/>
              <a:cxnLst>
                <a:cxn ang="T12">
                  <a:pos x="T0" y="T1"/>
                </a:cxn>
                <a:cxn ang="T13">
                  <a:pos x="T2" y="T3"/>
                </a:cxn>
                <a:cxn ang="T14">
                  <a:pos x="T4" y="T5"/>
                </a:cxn>
                <a:cxn ang="T15">
                  <a:pos x="T6" y="T7"/>
                </a:cxn>
                <a:cxn ang="T16">
                  <a:pos x="T8" y="T9"/>
                </a:cxn>
                <a:cxn ang="T17">
                  <a:pos x="T10" y="T11"/>
                </a:cxn>
              </a:cxnLst>
              <a:rect l="T18" t="T19" r="T20" b="T21"/>
              <a:pathLst>
                <a:path w="1576223" h="342328">
                  <a:moveTo>
                    <a:pt x="0" y="0"/>
                  </a:moveTo>
                  <a:lnTo>
                    <a:pt x="1430634" y="0"/>
                  </a:lnTo>
                  <a:lnTo>
                    <a:pt x="1576223" y="145589"/>
                  </a:lnTo>
                  <a:lnTo>
                    <a:pt x="1576223" y="342328"/>
                  </a:lnTo>
                  <a:lnTo>
                    <a:pt x="0" y="342328"/>
                  </a:lnTo>
                  <a:lnTo>
                    <a:pt x="0" y="0"/>
                  </a:lnTo>
                  <a:close/>
                </a:path>
              </a:pathLst>
            </a:custGeom>
            <a:solidFill>
              <a:schemeClr val="accent1">
                <a:lumMod val="60000"/>
                <a:lumOff val="40000"/>
              </a:schemeClr>
            </a:solidFill>
            <a:ln w="9525">
              <a:noFill/>
              <a:miter lim="800000"/>
            </a:ln>
          </p:spPr>
          <p:txBody>
            <a:bodyPr/>
            <a:lstStyle/>
            <a:p>
              <a:pPr eaLnBrk="0" hangingPunct="0"/>
              <a:endParaRPr lang="zh-CN" altLang="en-US" sz="1500"/>
            </a:p>
          </p:txBody>
        </p:sp>
        <p:sp>
          <p:nvSpPr>
            <p:cNvPr id="9" name="矩形 82"/>
            <p:cNvSpPr>
              <a:spLocks noChangeArrowheads="1"/>
            </p:cNvSpPr>
            <p:nvPr/>
          </p:nvSpPr>
          <p:spPr bwMode="auto">
            <a:xfrm>
              <a:off x="-22598" y="-29515"/>
              <a:ext cx="1421854" cy="438748"/>
            </a:xfrm>
            <a:prstGeom prst="rect">
              <a:avLst/>
            </a:prstGeom>
            <a:noFill/>
            <a:ln w="9525">
              <a:noFill/>
              <a:miter lim="800000"/>
            </a:ln>
          </p:spPr>
          <p:txBody>
            <a:bodyPr wrap="square">
              <a:spAutoFit/>
            </a:bodyPr>
            <a:lstStyle/>
            <a:p>
              <a:pPr eaLnBrk="0" hangingPunct="0"/>
              <a:r>
                <a:rPr lang="zh-CN" altLang="en-US" sz="1800" dirty="0" smtClean="0">
                  <a:solidFill>
                    <a:schemeClr val="bg1"/>
                  </a:solidFill>
                  <a:latin typeface="微软雅黑" panose="020B0503020204020204" pitchFamily="34" charset="-122"/>
                  <a:ea typeface="微软雅黑" panose="020B0503020204020204" pitchFamily="34" charset="-122"/>
                </a:rPr>
                <a:t>技术方案</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sp>
        <p:nvSpPr>
          <p:cNvPr id="16" name="标题 7">
            <a:extLst>
              <a:ext uri="{FF2B5EF4-FFF2-40B4-BE49-F238E27FC236}">
                <a16:creationId xmlns:a16="http://schemas.microsoft.com/office/drawing/2014/main" id="{592C6F01-E034-439E-BA28-171FFA1A4827}"/>
              </a:ext>
            </a:extLst>
          </p:cNvPr>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研究</a:t>
            </a:r>
            <a:r>
              <a:rPr lang="zh-CN" altLang="en-US" sz="3000" dirty="0" smtClean="0">
                <a:solidFill>
                  <a:schemeClr val="bg1"/>
                </a:solidFill>
                <a:latin typeface="微软雅黑" panose="020B0503020204020204" pitchFamily="34" charset="-122"/>
                <a:ea typeface="微软雅黑" panose="020B0503020204020204" pitchFamily="34" charset="-122"/>
                <a:cs typeface="+mn-cs"/>
                <a:sym typeface="+mn-ea"/>
              </a:rPr>
              <a:t>方案</a:t>
            </a:r>
            <a:r>
              <a:rPr lang="en-US" altLang="zh-CN" sz="3000" dirty="0" smtClean="0">
                <a:solidFill>
                  <a:schemeClr val="bg1"/>
                </a:solidFill>
                <a:latin typeface="微软雅黑" panose="020B0503020204020204" pitchFamily="34" charset="-122"/>
                <a:ea typeface="微软雅黑" panose="020B0503020204020204" pitchFamily="34" charset="-122"/>
                <a:cs typeface="+mn-cs"/>
                <a:sym typeface="+mn-ea"/>
              </a:rPr>
              <a:t>3-</a:t>
            </a:r>
            <a:r>
              <a:rPr lang="zh-CN" altLang="en-US" sz="2400" dirty="0" smtClean="0">
                <a:solidFill>
                  <a:schemeClr val="bg1"/>
                </a:solidFill>
                <a:latin typeface="微软雅黑" panose="020B0503020204020204" pitchFamily="34" charset="-122"/>
                <a:ea typeface="微软雅黑" panose="020B0503020204020204" pitchFamily="34" charset="-122"/>
              </a:rPr>
              <a:t>分割</a:t>
            </a:r>
            <a:r>
              <a:rPr lang="en-US" altLang="zh-CN" sz="2400" dirty="0" smtClean="0">
                <a:solidFill>
                  <a:schemeClr val="bg1"/>
                </a:solidFill>
                <a:latin typeface="微软雅黑" panose="020B0503020204020204" pitchFamily="34" charset="-122"/>
                <a:ea typeface="微软雅黑" panose="020B0503020204020204" pitchFamily="34" charset="-122"/>
              </a:rPr>
              <a:t>-</a:t>
            </a:r>
            <a:r>
              <a:rPr lang="zh-CN" altLang="en-US" sz="2400" dirty="0" smtClean="0">
                <a:solidFill>
                  <a:schemeClr val="bg1"/>
                </a:solidFill>
                <a:latin typeface="微软雅黑" panose="020B0503020204020204" pitchFamily="34" charset="-122"/>
                <a:ea typeface="微软雅黑" panose="020B0503020204020204" pitchFamily="34" charset="-122"/>
              </a:rPr>
              <a:t>合并多</a:t>
            </a:r>
            <a:r>
              <a:rPr lang="en-US" altLang="zh-CN" sz="2400" dirty="0" smtClean="0">
                <a:solidFill>
                  <a:schemeClr val="bg1"/>
                </a:solidFill>
                <a:latin typeface="微软雅黑" panose="020B0503020204020204" pitchFamily="34" charset="-122"/>
                <a:ea typeface="微软雅黑" panose="020B0503020204020204" pitchFamily="34" charset="-122"/>
              </a:rPr>
              <a:t>GPU</a:t>
            </a:r>
            <a:r>
              <a:rPr lang="zh-CN" altLang="en-US" sz="2400" dirty="0" smtClean="0">
                <a:solidFill>
                  <a:schemeClr val="bg1"/>
                </a:solidFill>
                <a:latin typeface="微软雅黑" panose="020B0503020204020204" pitchFamily="34" charset="-122"/>
                <a:ea typeface="微软雅黑" panose="020B0503020204020204" pitchFamily="34" charset="-122"/>
              </a:rPr>
              <a:t>协同运算方法</a:t>
            </a:r>
            <a:endParaRPr lang="zh-CN" altLang="en-US" sz="2000"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17889568"/>
              </p:ext>
            </p:extLst>
          </p:nvPr>
        </p:nvGraphicFramePr>
        <p:xfrm>
          <a:off x="4635846" y="1186261"/>
          <a:ext cx="3070225" cy="5478463"/>
        </p:xfrm>
        <a:graphic>
          <a:graphicData uri="http://schemas.openxmlformats.org/presentationml/2006/ole">
            <mc:AlternateContent xmlns:mc="http://schemas.openxmlformats.org/markup-compatibility/2006">
              <mc:Choice xmlns:v="urn:schemas-microsoft-com:vml" Requires="v">
                <p:oleObj spid="_x0000_s2172" name="Visio" r:id="rId4" imgW="3070944" imgH="5478727" progId="Visio.Drawing.15">
                  <p:embed/>
                </p:oleObj>
              </mc:Choice>
              <mc:Fallback>
                <p:oleObj name="Visio" r:id="rId4" imgW="3070944" imgH="5478727" progId="Visio.Drawing.15">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5846" y="1186261"/>
                        <a:ext cx="3070225" cy="547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7713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7"/>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pPr algn="l"/>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预期</a:t>
            </a:r>
            <a:r>
              <a:rPr lang="x-none" sz="3000" dirty="0">
                <a:solidFill>
                  <a:schemeClr val="bg1"/>
                </a:solidFill>
                <a:latin typeface="微软雅黑" panose="020B0503020204020204" pitchFamily="34" charset="-122"/>
                <a:ea typeface="微软雅黑" panose="020B0503020204020204" pitchFamily="34" charset="-122"/>
                <a:cs typeface="+mn-cs"/>
                <a:sym typeface="+mn-ea"/>
              </a:rPr>
              <a:t>创新</a:t>
            </a:r>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点与预期成果</a:t>
            </a:r>
            <a:endParaRPr lang="x-none" sz="30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10" name="圆角矩形 13">
            <a:extLst>
              <a:ext uri="{FF2B5EF4-FFF2-40B4-BE49-F238E27FC236}">
                <a16:creationId xmlns:a16="http://schemas.microsoft.com/office/drawing/2014/main" id="{8CA23A99-BDA3-49C9-950D-6A4815462D46}"/>
              </a:ext>
            </a:extLst>
          </p:cNvPr>
          <p:cNvSpPr/>
          <p:nvPr/>
        </p:nvSpPr>
        <p:spPr bwMode="auto">
          <a:xfrm>
            <a:off x="360914" y="1909640"/>
            <a:ext cx="8289621" cy="1812128"/>
          </a:xfrm>
          <a:prstGeom prst="roundRect">
            <a:avLst>
              <a:gd name="adj" fmla="val 6999"/>
            </a:avLst>
          </a:prstGeom>
          <a:noFill/>
          <a:ln w="47625">
            <a:solidFill>
              <a:srgbClr val="44B0EE"/>
            </a:solidFill>
            <a:prstDash val="sys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marL="0" indent="0">
              <a:lnSpc>
                <a:spcPct val="130000"/>
              </a:lnSpc>
              <a:buFont typeface="Arial" panose="020B0604020202020204" pitchFamily="34" charset="0"/>
              <a:buNone/>
            </a:pPr>
            <a:r>
              <a:rPr lang="en-US" altLang="zh-CN" sz="1800" b="0" dirty="0">
                <a:latin typeface="微软雅黑" panose="020B0503020204020204" pitchFamily="34" charset="-122"/>
                <a:ea typeface="微软雅黑" panose="020B0503020204020204" pitchFamily="34" charset="-122"/>
              </a:rPr>
              <a:t>  </a:t>
            </a:r>
            <a:r>
              <a:rPr lang="x-none" altLang="zh-CN" sz="1800" b="0" dirty="0">
                <a:latin typeface="微软雅黑" panose="020B0503020204020204" pitchFamily="34" charset="-122"/>
                <a:ea typeface="微软雅黑" panose="020B0503020204020204" pitchFamily="34" charset="-122"/>
              </a:rPr>
              <a:t>1</a:t>
            </a:r>
            <a:r>
              <a:rPr lang="x-none" altLang="zh-CN" sz="1800" b="0" dirty="0" smtClean="0">
                <a:latin typeface="微软雅黑" panose="020B0503020204020204" pitchFamily="34" charset="-122"/>
                <a:ea typeface="微软雅黑" panose="020B0503020204020204" pitchFamily="34" charset="-122"/>
              </a:rPr>
              <a:t>.</a:t>
            </a:r>
            <a:r>
              <a:rPr lang="en-US" altLang="zh-CN" sz="1800" b="0" dirty="0" smtClean="0">
                <a:latin typeface="微软雅黑" panose="020B0503020204020204" pitchFamily="34" charset="-122"/>
                <a:ea typeface="微软雅黑" panose="020B0503020204020204" pitchFamily="34" charset="-122"/>
              </a:rPr>
              <a:t> </a:t>
            </a:r>
            <a:r>
              <a:rPr lang="zh-CN" altLang="en-US" sz="1800" b="0" dirty="0" smtClean="0">
                <a:latin typeface="微软雅黑" panose="020B0503020204020204" pitchFamily="34" charset="-122"/>
                <a:ea typeface="微软雅黑" panose="020B0503020204020204" pitchFamily="34" charset="-122"/>
              </a:rPr>
              <a:t>主机与设备内存统一高效管理方法</a:t>
            </a:r>
            <a:endParaRPr lang="zh-CN" altLang="en-US" sz="1600" b="0" dirty="0" smtClean="0"/>
          </a:p>
          <a:p>
            <a:pPr indent="-228600" hangingPunct="1">
              <a:lnSpc>
                <a:spcPct val="150000"/>
              </a:lnSpc>
            </a:pPr>
            <a:r>
              <a:rPr lang="en-US" altLang="zh-CN" sz="1800" b="0" dirty="0" smtClean="0">
                <a:latin typeface="微软雅黑" panose="020B0503020204020204" pitchFamily="34" charset="-122"/>
                <a:ea typeface="微软雅黑" panose="020B0503020204020204" pitchFamily="34" charset="-122"/>
              </a:rPr>
              <a:t>  2. </a:t>
            </a:r>
            <a:r>
              <a:rPr lang="zh-CN" altLang="en-US" sz="1800" b="0" dirty="0" smtClean="0">
                <a:latin typeface="微软雅黑" panose="020B0503020204020204" pitchFamily="34" charset="-122"/>
                <a:ea typeface="微软雅黑" panose="020B0503020204020204" pitchFamily="34" charset="-122"/>
              </a:rPr>
              <a:t>基于任务规模与优先级的动态调度技术</a:t>
            </a:r>
            <a:endParaRPr lang="en-US" altLang="zh-CN" sz="1800" b="0" dirty="0" smtClean="0">
              <a:latin typeface="微软雅黑" panose="020B0503020204020204" pitchFamily="34" charset="-122"/>
              <a:ea typeface="微软雅黑" panose="020B0503020204020204" pitchFamily="34" charset="-122"/>
            </a:endParaRPr>
          </a:p>
          <a:p>
            <a:pPr indent="-228600" hangingPunct="1">
              <a:lnSpc>
                <a:spcPct val="150000"/>
              </a:lnSpc>
            </a:pPr>
            <a:r>
              <a:rPr lang="en-US" altLang="zh-CN" sz="1800" b="0" dirty="0" smtClean="0">
                <a:latin typeface="微软雅黑" panose="020B0503020204020204" pitchFamily="34" charset="-122"/>
                <a:ea typeface="微软雅黑" panose="020B0503020204020204" pitchFamily="34" charset="-122"/>
              </a:rPr>
              <a:t>  3. </a:t>
            </a:r>
            <a:r>
              <a:rPr lang="zh-CN" altLang="en-US" sz="1800" b="0" dirty="0" smtClean="0">
                <a:latin typeface="微软雅黑" panose="020B0503020204020204" pitchFamily="34" charset="-122"/>
                <a:ea typeface="微软雅黑" panose="020B0503020204020204" pitchFamily="34" charset="-122"/>
              </a:rPr>
              <a:t>大规模任务切割与多</a:t>
            </a:r>
            <a:r>
              <a:rPr lang="en-US" altLang="zh-CN" sz="1800" b="0" dirty="0" smtClean="0">
                <a:latin typeface="微软雅黑" panose="020B0503020204020204" pitchFamily="34" charset="-122"/>
                <a:ea typeface="微软雅黑" panose="020B0503020204020204" pitchFamily="34" charset="-122"/>
              </a:rPr>
              <a:t>GPU</a:t>
            </a:r>
            <a:r>
              <a:rPr lang="zh-CN" altLang="en-US" sz="1800" b="0" dirty="0" smtClean="0">
                <a:latin typeface="微软雅黑" panose="020B0503020204020204" pitchFamily="34" charset="-122"/>
                <a:ea typeface="微软雅黑" panose="020B0503020204020204" pitchFamily="34" charset="-122"/>
              </a:rPr>
              <a:t>协同运算技术</a:t>
            </a:r>
            <a:endParaRPr lang="zh-CN" altLang="en-US" sz="1800" b="0" dirty="0">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E63133EA-9A81-48D0-9376-80C4AA1527B6}"/>
              </a:ext>
            </a:extLst>
          </p:cNvPr>
          <p:cNvSpPr/>
          <p:nvPr/>
        </p:nvSpPr>
        <p:spPr>
          <a:xfrm>
            <a:off x="494101" y="1654760"/>
            <a:ext cx="1813670" cy="430887"/>
          </a:xfrm>
          <a:prstGeom prst="rect">
            <a:avLst/>
          </a:prstGeom>
          <a:solidFill>
            <a:schemeClr val="bg1"/>
          </a:solidFill>
        </p:spPr>
        <p:txBody>
          <a:bodyPr wrap="square">
            <a:spAutoFit/>
          </a:bodyPr>
          <a:lstStyle/>
          <a:p>
            <a:pPr lvl="0">
              <a:defRPr/>
            </a:pPr>
            <a:r>
              <a:rPr lang="zh-CN" altLang="en-US" sz="2200" dirty="0">
                <a:solidFill>
                  <a:srgbClr val="FF0000"/>
                </a:solidFill>
                <a:latin typeface="微软雅黑" panose="020B0503020204020204" pitchFamily="34" charset="-122"/>
                <a:ea typeface="微软雅黑" panose="020B0503020204020204" pitchFamily="34" charset="-122"/>
              </a:rPr>
              <a:t>预期创新点</a:t>
            </a:r>
          </a:p>
        </p:txBody>
      </p:sp>
      <p:sp>
        <p:nvSpPr>
          <p:cNvPr id="5" name="圆角矩形 13">
            <a:extLst>
              <a:ext uri="{FF2B5EF4-FFF2-40B4-BE49-F238E27FC236}">
                <a16:creationId xmlns:a16="http://schemas.microsoft.com/office/drawing/2014/main" id="{EAF90AD6-3677-4106-95F8-B00954EF1A63}"/>
              </a:ext>
            </a:extLst>
          </p:cNvPr>
          <p:cNvSpPr/>
          <p:nvPr/>
        </p:nvSpPr>
        <p:spPr bwMode="auto">
          <a:xfrm>
            <a:off x="360914" y="4476375"/>
            <a:ext cx="8289621" cy="1812129"/>
          </a:xfrm>
          <a:prstGeom prst="roundRect">
            <a:avLst>
              <a:gd name="adj" fmla="val 6999"/>
            </a:avLst>
          </a:prstGeom>
          <a:noFill/>
          <a:ln w="47625">
            <a:solidFill>
              <a:srgbClr val="44B0EE"/>
            </a:solidFill>
            <a:prstDash val="sys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indent="-228600" hangingPunct="1">
              <a:lnSpc>
                <a:spcPct val="150000"/>
              </a:lnSpc>
            </a:pPr>
            <a:r>
              <a:rPr lang="en-US" altLang="zh-CN" sz="1800" b="0" dirty="0">
                <a:latin typeface="微软雅黑" panose="020B0503020204020204" pitchFamily="34" charset="-122"/>
                <a:ea typeface="微软雅黑" panose="020B0503020204020204" pitchFamily="34" charset="-122"/>
              </a:rPr>
              <a:t>  </a:t>
            </a:r>
            <a:r>
              <a:rPr lang="x-none" altLang="zh-CN" sz="1800" b="0" dirty="0">
                <a:latin typeface="微软雅黑" panose="020B0503020204020204" pitchFamily="34" charset="-122"/>
                <a:ea typeface="微软雅黑" panose="020B0503020204020204" pitchFamily="34" charset="-122"/>
              </a:rPr>
              <a:t>1.</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学术论文</a:t>
            </a:r>
            <a:r>
              <a:rPr lang="en-US" altLang="zh-CN" sz="1800" b="0" dirty="0">
                <a:latin typeface="微软雅黑" panose="020B0503020204020204" pitchFamily="34" charset="-122"/>
                <a:ea typeface="微软雅黑" panose="020B0503020204020204" pitchFamily="34" charset="-122"/>
              </a:rPr>
              <a:t>1</a:t>
            </a:r>
            <a:r>
              <a:rPr lang="zh-CN" altLang="en-US" sz="1800" b="0" dirty="0">
                <a:latin typeface="微软雅黑" panose="020B0503020204020204" pitchFamily="34" charset="-122"/>
                <a:ea typeface="微软雅黑" panose="020B0503020204020204" pitchFamily="34" charset="-122"/>
              </a:rPr>
              <a:t>篇</a:t>
            </a:r>
            <a:endParaRPr lang="en-US" altLang="zh-CN" sz="1800" b="0" dirty="0">
              <a:latin typeface="微软雅黑" panose="020B0503020204020204" pitchFamily="34" charset="-122"/>
              <a:ea typeface="微软雅黑" panose="020B0503020204020204" pitchFamily="34" charset="-122"/>
            </a:endParaRPr>
          </a:p>
          <a:p>
            <a:pPr indent="-228600" hangingPunct="1">
              <a:lnSpc>
                <a:spcPct val="150000"/>
              </a:lnSpc>
            </a:pPr>
            <a:r>
              <a:rPr lang="en-US" altLang="zh-CN" sz="1800" b="0" dirty="0">
                <a:latin typeface="微软雅黑" panose="020B0503020204020204" pitchFamily="34" charset="-122"/>
                <a:ea typeface="微软雅黑" panose="020B0503020204020204" pitchFamily="34" charset="-122"/>
              </a:rPr>
              <a:t>  2. </a:t>
            </a:r>
            <a:r>
              <a:rPr lang="zh-CN" altLang="en-US" sz="1800" b="0" dirty="0">
                <a:latin typeface="微软雅黑" panose="020B0503020204020204" pitchFamily="34" charset="-122"/>
                <a:ea typeface="微软雅黑" panose="020B0503020204020204" pitchFamily="34" charset="-122"/>
              </a:rPr>
              <a:t>硕士学位论文</a:t>
            </a:r>
            <a:r>
              <a:rPr lang="en-US" altLang="zh-CN" sz="1800" b="0" dirty="0">
                <a:latin typeface="微软雅黑" panose="020B0503020204020204" pitchFamily="34" charset="-122"/>
                <a:ea typeface="微软雅黑" panose="020B0503020204020204" pitchFamily="34" charset="-122"/>
              </a:rPr>
              <a:t>1</a:t>
            </a:r>
            <a:r>
              <a:rPr lang="zh-CN" altLang="en-US" sz="1800" b="0" dirty="0">
                <a:latin typeface="微软雅黑" panose="020B0503020204020204" pitchFamily="34" charset="-122"/>
                <a:ea typeface="微软雅黑" panose="020B0503020204020204" pitchFamily="34" charset="-122"/>
              </a:rPr>
              <a:t>篇</a:t>
            </a:r>
            <a:endParaRPr lang="en-US" altLang="zh-CN" sz="1800" b="0" dirty="0">
              <a:latin typeface="微软雅黑" panose="020B0503020204020204" pitchFamily="34" charset="-122"/>
              <a:ea typeface="微软雅黑" panose="020B0503020204020204" pitchFamily="34" charset="-122"/>
            </a:endParaRPr>
          </a:p>
          <a:p>
            <a:pPr indent="-228600" hangingPunct="1">
              <a:lnSpc>
                <a:spcPct val="150000"/>
              </a:lnSpc>
            </a:pPr>
            <a:r>
              <a:rPr lang="en-US" altLang="zh-CN" sz="1800" b="0" dirty="0">
                <a:latin typeface="微软雅黑" panose="020B0503020204020204" pitchFamily="34" charset="-122"/>
                <a:ea typeface="微软雅黑" panose="020B0503020204020204" pitchFamily="34" charset="-122"/>
              </a:rPr>
              <a:t>  3. </a:t>
            </a:r>
            <a:r>
              <a:rPr lang="zh-CN" altLang="en-US" sz="1800" b="0" dirty="0">
                <a:latin typeface="微软雅黑" panose="020B0503020204020204" pitchFamily="34" charset="-122"/>
                <a:ea typeface="微软雅黑" panose="020B0503020204020204" pitchFamily="34" charset="-122"/>
              </a:rPr>
              <a:t>发明专利</a:t>
            </a:r>
            <a:r>
              <a:rPr lang="en-US" altLang="zh-CN" sz="1800" b="0" dirty="0">
                <a:latin typeface="微软雅黑" panose="020B0503020204020204" pitchFamily="34" charset="-122"/>
                <a:ea typeface="微软雅黑" panose="020B0503020204020204" pitchFamily="34" charset="-122"/>
              </a:rPr>
              <a:t>1</a:t>
            </a:r>
            <a:r>
              <a:rPr lang="zh-CN" altLang="en-US" sz="1800" b="0" dirty="0">
                <a:latin typeface="微软雅黑" panose="020B0503020204020204" pitchFamily="34" charset="-122"/>
                <a:ea typeface="微软雅黑" panose="020B0503020204020204" pitchFamily="34" charset="-122"/>
              </a:rPr>
              <a:t>项</a:t>
            </a:r>
            <a:endParaRPr lang="en-US" altLang="zh-CN" sz="1800" b="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F43360B-043B-4E84-9C7F-D4A51E8F9757}"/>
              </a:ext>
            </a:extLst>
          </p:cNvPr>
          <p:cNvSpPr/>
          <p:nvPr/>
        </p:nvSpPr>
        <p:spPr>
          <a:xfrm>
            <a:off x="494101" y="4221496"/>
            <a:ext cx="1526288" cy="430887"/>
          </a:xfrm>
          <a:prstGeom prst="rect">
            <a:avLst/>
          </a:prstGeom>
          <a:solidFill>
            <a:schemeClr val="bg1"/>
          </a:solidFill>
        </p:spPr>
        <p:txBody>
          <a:bodyPr wrap="square">
            <a:spAutoFit/>
          </a:bodyPr>
          <a:lstStyle/>
          <a:p>
            <a:pPr lvl="0">
              <a:defRPr/>
            </a:pPr>
            <a:r>
              <a:rPr lang="zh-CN" altLang="en-US" sz="2200" dirty="0">
                <a:solidFill>
                  <a:srgbClr val="FF0000"/>
                </a:solidFill>
                <a:latin typeface="微软雅黑" panose="020B0503020204020204" pitchFamily="34" charset="-122"/>
                <a:ea typeface="微软雅黑" panose="020B0503020204020204" pitchFamily="34" charset="-122"/>
              </a:rPr>
              <a:t>预期成果</a:t>
            </a:r>
          </a:p>
        </p:txBody>
      </p:sp>
    </p:spTree>
    <p:extLst>
      <p:ext uri="{BB962C8B-B14F-4D97-AF65-F5344CB8AC3E}">
        <p14:creationId xmlns:p14="http://schemas.microsoft.com/office/powerpoint/2010/main" val="2728774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09BC6F9A-D5EE-4641-9DE5-E9C353B86576}"/>
              </a:ext>
            </a:extLst>
          </p:cNvPr>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研究计划及当前进展</a:t>
            </a:r>
            <a:endParaRPr lang="x-none" altLang="zh-CN" sz="3000" dirty="0">
              <a:solidFill>
                <a:schemeClr val="bg1"/>
              </a:solidFill>
              <a:latin typeface="微软雅黑" panose="020B0503020204020204" pitchFamily="34" charset="-122"/>
              <a:ea typeface="微软雅黑" panose="020B0503020204020204" pitchFamily="34" charset="-122"/>
              <a:cs typeface="+mn-cs"/>
              <a:sym typeface="+mn-ea"/>
            </a:endParaRPr>
          </a:p>
        </p:txBody>
      </p:sp>
      <p:graphicFrame>
        <p:nvGraphicFramePr>
          <p:cNvPr id="13" name="表格 12">
            <a:extLst>
              <a:ext uri="{FF2B5EF4-FFF2-40B4-BE49-F238E27FC236}">
                <a16:creationId xmlns:a16="http://schemas.microsoft.com/office/drawing/2014/main" id="{BA158068-7BB1-4C41-87BA-281667EB9EDC}"/>
              </a:ext>
            </a:extLst>
          </p:cNvPr>
          <p:cNvGraphicFramePr/>
          <p:nvPr>
            <p:extLst>
              <p:ext uri="{D42A27DB-BD31-4B8C-83A1-F6EECF244321}">
                <p14:modId xmlns:p14="http://schemas.microsoft.com/office/powerpoint/2010/main" val="1386835538"/>
              </p:ext>
            </p:extLst>
          </p:nvPr>
        </p:nvGraphicFramePr>
        <p:xfrm>
          <a:off x="217770" y="1232234"/>
          <a:ext cx="8544594" cy="5354157"/>
        </p:xfrm>
        <a:graphic>
          <a:graphicData uri="http://schemas.openxmlformats.org/drawingml/2006/table">
            <a:tbl>
              <a:tblPr firstRow="1" bandRow="1">
                <a:tableStyleId>{5C22544A-7EE6-4342-B048-85BDC9FD1C3A}</a:tableStyleId>
              </a:tblPr>
              <a:tblGrid>
                <a:gridCol w="1291857">
                  <a:extLst>
                    <a:ext uri="{9D8B030D-6E8A-4147-A177-3AD203B41FA5}">
                      <a16:colId xmlns:a16="http://schemas.microsoft.com/office/drawing/2014/main" val="20001"/>
                    </a:ext>
                  </a:extLst>
                </a:gridCol>
                <a:gridCol w="3237185">
                  <a:extLst>
                    <a:ext uri="{9D8B030D-6E8A-4147-A177-3AD203B41FA5}">
                      <a16:colId xmlns:a16="http://schemas.microsoft.com/office/drawing/2014/main" val="20004"/>
                    </a:ext>
                  </a:extLst>
                </a:gridCol>
                <a:gridCol w="2721142">
                  <a:extLst>
                    <a:ext uri="{9D8B030D-6E8A-4147-A177-3AD203B41FA5}">
                      <a16:colId xmlns:a16="http://schemas.microsoft.com/office/drawing/2014/main" val="4282378767"/>
                    </a:ext>
                  </a:extLst>
                </a:gridCol>
                <a:gridCol w="1294410">
                  <a:extLst>
                    <a:ext uri="{9D8B030D-6E8A-4147-A177-3AD203B41FA5}">
                      <a16:colId xmlns:a16="http://schemas.microsoft.com/office/drawing/2014/main" val="1195786792"/>
                    </a:ext>
                  </a:extLst>
                </a:gridCol>
              </a:tblGrid>
              <a:tr h="405117">
                <a:tc>
                  <a:txBody>
                    <a:bodyPr/>
                    <a:lstStyle/>
                    <a:p>
                      <a:pPr algn="ctr">
                        <a:lnSpc>
                          <a:spcPct val="130000"/>
                        </a:lnSpc>
                        <a:spcBef>
                          <a:spcPts val="0"/>
                        </a:spcBef>
                        <a:buNone/>
                      </a:pPr>
                      <a:r>
                        <a:rPr lang="zh-CN" altLang="en-US" sz="1600" dirty="0">
                          <a:latin typeface="微软雅黑" panose="020B0503020204020204" pitchFamily="34" charset="-122"/>
                          <a:ea typeface="微软雅黑" panose="020B0503020204020204" pitchFamily="34" charset="-122"/>
                        </a:rPr>
                        <a:t>时间</a:t>
                      </a:r>
                    </a:p>
                  </a:txBody>
                  <a:tcPr marL="68608" marR="68608" marT="34304" marB="34304" anchor="ctr">
                    <a:solidFill>
                      <a:srgbClr val="4682B7"/>
                    </a:solidFill>
                  </a:tcPr>
                </a:tc>
                <a:tc>
                  <a:txBody>
                    <a:bodyPr/>
                    <a:lstStyle/>
                    <a:p>
                      <a:pPr algn="ctr">
                        <a:lnSpc>
                          <a:spcPct val="130000"/>
                        </a:lnSpc>
                        <a:spcBef>
                          <a:spcPts val="0"/>
                        </a:spcBef>
                        <a:buNone/>
                      </a:pPr>
                      <a:r>
                        <a:rPr lang="zh-CN" altLang="en-US" sz="1600" dirty="0">
                          <a:latin typeface="微软雅黑" panose="020B0503020204020204" pitchFamily="34" charset="-122"/>
                          <a:ea typeface="微软雅黑" panose="020B0503020204020204" pitchFamily="34" charset="-122"/>
                        </a:rPr>
                        <a:t>研究计划</a:t>
                      </a:r>
                      <a:endParaRPr sz="1600" dirty="0">
                        <a:latin typeface="微软雅黑" panose="020B0503020204020204" pitchFamily="34" charset="-122"/>
                        <a:ea typeface="微软雅黑" panose="020B0503020204020204" pitchFamily="34" charset="-122"/>
                      </a:endParaRPr>
                    </a:p>
                  </a:txBody>
                  <a:tcPr marL="68608" marR="68608" marT="34304" marB="34304" anchor="ctr">
                    <a:solidFill>
                      <a:srgbClr val="4682B7"/>
                    </a:solidFill>
                  </a:tcPr>
                </a:tc>
                <a:tc>
                  <a:txBody>
                    <a:bodyPr/>
                    <a:lstStyle/>
                    <a:p>
                      <a:pPr algn="ctr">
                        <a:lnSpc>
                          <a:spcPct val="130000"/>
                        </a:lnSpc>
                        <a:spcBef>
                          <a:spcPts val="0"/>
                        </a:spcBef>
                        <a:buNone/>
                      </a:pPr>
                      <a:r>
                        <a:rPr lang="zh-CN" altLang="en-US" sz="1600" dirty="0">
                          <a:latin typeface="微软雅黑" panose="020B0503020204020204" pitchFamily="34" charset="-122"/>
                          <a:ea typeface="微软雅黑" panose="020B0503020204020204" pitchFamily="34" charset="-122"/>
                        </a:rPr>
                        <a:t>当前进展情况</a:t>
                      </a:r>
                      <a:endParaRPr sz="1600" dirty="0">
                        <a:latin typeface="微软雅黑" panose="020B0503020204020204" pitchFamily="34" charset="-122"/>
                        <a:ea typeface="微软雅黑" panose="020B0503020204020204" pitchFamily="34" charset="-122"/>
                      </a:endParaRPr>
                    </a:p>
                  </a:txBody>
                  <a:tcPr marL="68608" marR="68608" marT="34304" marB="34304" anchor="ctr">
                    <a:solidFill>
                      <a:srgbClr val="4682B7"/>
                    </a:solidFill>
                  </a:tcPr>
                </a:tc>
                <a:tc>
                  <a:txBody>
                    <a:bodyPr/>
                    <a:lstStyle/>
                    <a:p>
                      <a:pPr algn="ctr">
                        <a:lnSpc>
                          <a:spcPct val="130000"/>
                        </a:lnSpc>
                        <a:spcBef>
                          <a:spcPts val="0"/>
                        </a:spcBef>
                        <a:buNone/>
                      </a:pPr>
                      <a:r>
                        <a:rPr lang="zh-CN" altLang="en-US" sz="1600" dirty="0">
                          <a:solidFill>
                            <a:schemeClr val="bg1"/>
                          </a:solidFill>
                          <a:latin typeface="微软雅黑" panose="020B0503020204020204" pitchFamily="34" charset="-122"/>
                          <a:ea typeface="微软雅黑" panose="020B0503020204020204" pitchFamily="34" charset="-122"/>
                        </a:rPr>
                        <a:t>完成状态</a:t>
                      </a:r>
                      <a:endParaRPr sz="1600" dirty="0">
                        <a:solidFill>
                          <a:schemeClr val="bg1"/>
                        </a:solidFill>
                        <a:latin typeface="微软雅黑" panose="020B0503020204020204" pitchFamily="34" charset="-122"/>
                        <a:ea typeface="微软雅黑" panose="020B0503020204020204" pitchFamily="34" charset="-122"/>
                      </a:endParaRPr>
                    </a:p>
                  </a:txBody>
                  <a:tcPr marL="68608" marR="68608" marT="34304" marB="34304" anchor="ctr">
                    <a:solidFill>
                      <a:srgbClr val="4682B7"/>
                    </a:solidFill>
                  </a:tcPr>
                </a:tc>
                <a:extLst>
                  <a:ext uri="{0D108BD9-81ED-4DB2-BD59-A6C34878D82A}">
                    <a16:rowId xmlns:a16="http://schemas.microsoft.com/office/drawing/2014/main" val="10000"/>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2020.12.20-2021.2.28</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smtClean="0">
                          <a:solidFill>
                            <a:schemeClr val="tx1"/>
                          </a:solidFill>
                          <a:latin typeface="微软雅黑" panose="020B0503020204020204" pitchFamily="34" charset="-122"/>
                          <a:ea typeface="微软雅黑" panose="020B0503020204020204" pitchFamily="34" charset="-122"/>
                        </a:rPr>
                        <a:t>实现主机与设备内存统一高效管理方法</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10001"/>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2021.3.1-2021.3.31</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方法对比测试与优化</a:t>
                      </a: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1296679049"/>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2021.4.1-2021.5.31</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smtClean="0">
                          <a:solidFill>
                            <a:schemeClr val="tx1"/>
                          </a:solidFill>
                          <a:latin typeface="微软雅黑" panose="020B0503020204020204" pitchFamily="34" charset="-122"/>
                          <a:ea typeface="微软雅黑" panose="020B0503020204020204" pitchFamily="34" charset="-122"/>
                        </a:rPr>
                        <a:t>实现基于任务规模与优先级的动态调度技术</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2012199865"/>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2021.6.1-2021.6.30</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方法对比测试与优化</a:t>
                      </a: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36493272"/>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2021.7.1-2021.8.31</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smtClean="0">
                          <a:solidFill>
                            <a:schemeClr val="tx1"/>
                          </a:solidFill>
                          <a:latin typeface="微软雅黑" panose="020B0503020204020204" pitchFamily="34" charset="-122"/>
                          <a:ea typeface="微软雅黑" panose="020B0503020204020204" pitchFamily="34" charset="-122"/>
                        </a:rPr>
                        <a:t>实现大规模任务切割与多</a:t>
                      </a:r>
                      <a:r>
                        <a:rPr lang="en-US" altLang="zh-CN" sz="1200" b="0" dirty="0" smtClean="0">
                          <a:solidFill>
                            <a:schemeClr val="tx1"/>
                          </a:solidFill>
                          <a:latin typeface="微软雅黑" panose="020B0503020204020204" pitchFamily="34" charset="-122"/>
                          <a:ea typeface="微软雅黑" panose="020B0503020204020204" pitchFamily="34" charset="-122"/>
                        </a:rPr>
                        <a:t>GPU</a:t>
                      </a:r>
                      <a:r>
                        <a:rPr lang="zh-CN" altLang="en-US" sz="1200" b="0" dirty="0" smtClean="0">
                          <a:solidFill>
                            <a:schemeClr val="tx1"/>
                          </a:solidFill>
                          <a:latin typeface="微软雅黑" panose="020B0503020204020204" pitchFamily="34" charset="-122"/>
                          <a:ea typeface="微软雅黑" panose="020B0503020204020204" pitchFamily="34" charset="-122"/>
                        </a:rPr>
                        <a:t>协同运算技术</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3613627503"/>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2021.8.1-2021.8.31</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方法对比测试与优化</a:t>
                      </a: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3151448161"/>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2021.9.1-2021.9.31</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smtClean="0">
                          <a:solidFill>
                            <a:schemeClr val="tx1"/>
                          </a:solidFill>
                          <a:latin typeface="微软雅黑" panose="020B0503020204020204" pitchFamily="34" charset="-122"/>
                          <a:ea typeface="微软雅黑" panose="020B0503020204020204" pitchFamily="34" charset="-122"/>
                        </a:rPr>
                        <a:t>撰写论文第一稿</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1984318920"/>
                  </a:ext>
                </a:extLst>
              </a:tr>
              <a:tr h="618630">
                <a:tc>
                  <a:txBody>
                    <a:bodyPr/>
                    <a:lstStyle/>
                    <a:p>
                      <a:pPr marL="0" algn="l" defTabSz="685800" rtl="0" eaLnBrk="1" latinLnBrk="0" hangingPunct="1">
                        <a:lnSpc>
                          <a:spcPct val="130000"/>
                        </a:lnSpc>
                        <a:spcBef>
                          <a:spcPts val="0"/>
                        </a:spcBef>
                        <a:buNone/>
                      </a:pPr>
                      <a:r>
                        <a:rPr lang="en-US" altLang="zh-CN" sz="1200" kern="1200" dirty="0" smtClean="0">
                          <a:solidFill>
                            <a:schemeClr val="tx1"/>
                          </a:solidFill>
                          <a:latin typeface="微软雅黑" panose="020B0503020204020204" pitchFamily="34" charset="-122"/>
                          <a:ea typeface="微软雅黑" panose="020B0503020204020204" pitchFamily="34" charset="-122"/>
                          <a:cs typeface="+mn-cs"/>
                        </a:rPr>
                        <a:t>2021.10.1-2021.12.31</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68608" marR="68608" marT="34304" marB="34304" anchor="ctr"/>
                </a:tc>
                <a:tc>
                  <a:txBody>
                    <a:bodyPr/>
                    <a:lstStyle/>
                    <a:p>
                      <a:pPr algn="l">
                        <a:lnSpc>
                          <a:spcPct val="130000"/>
                        </a:lnSpc>
                        <a:spcBef>
                          <a:spcPts val="0"/>
                        </a:spcBef>
                        <a:buNone/>
                      </a:pPr>
                      <a:r>
                        <a:rPr lang="zh-CN" altLang="en-US" sz="1200" b="0" dirty="0" smtClean="0">
                          <a:solidFill>
                            <a:schemeClr val="tx1"/>
                          </a:solidFill>
                          <a:latin typeface="微软雅黑" panose="020B0503020204020204" pitchFamily="34" charset="-122"/>
                          <a:ea typeface="微软雅黑" panose="020B0503020204020204" pitchFamily="34" charset="-122"/>
                        </a:rPr>
                        <a:t>修改论文</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68608" marR="68608" marT="34304" marB="34304" anchor="ctr"/>
                </a:tc>
                <a:tc>
                  <a:txBody>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未开始</a:t>
                      </a:r>
                    </a:p>
                  </a:txBody>
                  <a:tcPr marL="68608" marR="68608" marT="34304" marB="34304" anchor="ctr"/>
                </a:tc>
                <a:tc>
                  <a:txBody>
                    <a:bodyPr/>
                    <a:lstStyle/>
                    <a:p>
                      <a:pPr algn="l">
                        <a:lnSpc>
                          <a:spcPct val="130000"/>
                        </a:lnSpc>
                        <a:spcBef>
                          <a:spcPts val="0"/>
                        </a:spcBef>
                        <a:buNone/>
                      </a:pPr>
                      <a:r>
                        <a:rPr lang="zh-CN" altLang="en-US" sz="1200" b="0" dirty="0">
                          <a:solidFill>
                            <a:schemeClr val="tx1"/>
                          </a:solidFill>
                          <a:latin typeface="微软雅黑" panose="020B0503020204020204" pitchFamily="34" charset="-122"/>
                          <a:ea typeface="微软雅黑" panose="020B0503020204020204" pitchFamily="34" charset="-122"/>
                        </a:rPr>
                        <a:t>未完成</a:t>
                      </a:r>
                    </a:p>
                  </a:txBody>
                  <a:tcPr marL="68608" marR="68608" marT="34304" marB="34304" anchor="ctr"/>
                </a:tc>
                <a:extLst>
                  <a:ext uri="{0D108BD9-81ED-4DB2-BD59-A6C34878D82A}">
                    <a16:rowId xmlns:a16="http://schemas.microsoft.com/office/drawing/2014/main" val="1088918820"/>
                  </a:ext>
                </a:extLst>
              </a:tr>
            </a:tbl>
          </a:graphicData>
        </a:graphic>
      </p:graphicFrame>
    </p:spTree>
    <p:extLst>
      <p:ext uri="{BB962C8B-B14F-4D97-AF65-F5344CB8AC3E}">
        <p14:creationId xmlns:p14="http://schemas.microsoft.com/office/powerpoint/2010/main" val="2001083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09BC6F9A-D5EE-4641-9DE5-E9C353B86576}"/>
              </a:ext>
            </a:extLst>
          </p:cNvPr>
          <p:cNvSpPr>
            <a:spLocks noGrp="1"/>
          </p:cNvSpPr>
          <p:nvPr/>
        </p:nvSpPr>
        <p:spPr>
          <a:xfrm>
            <a:off x="295275" y="412750"/>
            <a:ext cx="8857615" cy="857885"/>
          </a:xfrm>
          <a:prstGeom prst="rect">
            <a:avLst/>
          </a:prstGeom>
          <a:noFill/>
          <a:ln>
            <a:noFill/>
          </a:ln>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sz="3300" kern="1200">
                <a:solidFill>
                  <a:schemeClr val="tx1"/>
                </a:solidFill>
                <a:latin typeface="+mj-lt"/>
                <a:ea typeface="+mj-ea"/>
                <a:cs typeface="+mj-cs"/>
                <a:sym typeface="Calibri Light" panose="020F0302020204030204" pitchFamily="34" charset="0"/>
              </a:defRPr>
            </a:lvl1pPr>
            <a:lvl2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3429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10287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13716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r>
              <a:rPr lang="zh-CN" altLang="en-US" sz="3000" dirty="0">
                <a:solidFill>
                  <a:schemeClr val="bg1"/>
                </a:solidFill>
                <a:latin typeface="微软雅黑" panose="020B0503020204020204" pitchFamily="34" charset="-122"/>
                <a:ea typeface="微软雅黑" panose="020B0503020204020204" pitchFamily="34" charset="-122"/>
                <a:cs typeface="+mn-cs"/>
                <a:sym typeface="+mn-ea"/>
              </a:rPr>
              <a:t>主要参考文献</a:t>
            </a:r>
            <a:endParaRPr lang="x-none" altLang="zh-CN" sz="30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6" name="圆角矩形 13">
            <a:extLst>
              <a:ext uri="{FF2B5EF4-FFF2-40B4-BE49-F238E27FC236}">
                <a16:creationId xmlns:a16="http://schemas.microsoft.com/office/drawing/2014/main" id="{8B4889EC-C002-47AB-BDBD-DFB7E36DBF98}"/>
              </a:ext>
            </a:extLst>
          </p:cNvPr>
          <p:cNvSpPr/>
          <p:nvPr/>
        </p:nvSpPr>
        <p:spPr bwMode="auto">
          <a:xfrm>
            <a:off x="182880" y="1270635"/>
            <a:ext cx="8785274" cy="5481857"/>
          </a:xfrm>
          <a:prstGeom prst="roundRect">
            <a:avLst>
              <a:gd name="adj" fmla="val 5246"/>
            </a:avLst>
          </a:prstGeom>
          <a:noFill/>
          <a:ln w="47625">
            <a:solidFill>
              <a:srgbClr val="44B0EE"/>
            </a:solidFill>
            <a:prstDash val="sys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indent="-228600" hangingPunct="1">
              <a:lnSpc>
                <a:spcPct val="120000"/>
              </a:lnSpc>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1] Raju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K,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Chiplunkar</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N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A survey on techniques for cooperative CPU-GPU computing[J]. Sustainable Computing: Informatics and Systems, 2018, 19: 72-85.</a:t>
            </a:r>
          </a:p>
          <a:p>
            <a:pPr indent="-228600" hangingPunct="1">
              <a:lnSpc>
                <a:spcPct val="120000"/>
              </a:lnSpc>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1600" b="0" dirty="0" err="1" smtClean="0">
                <a:latin typeface="Times New Roman" panose="02020603050405020304" pitchFamily="18" charset="0"/>
                <a:ea typeface="微软雅黑" panose="020B0503020204020204" pitchFamily="34" charset="-122"/>
                <a:cs typeface="Times New Roman" panose="02020603050405020304" pitchFamily="18" charset="0"/>
              </a:rPr>
              <a:t>Arefyeva</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Broneske</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D,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Campero</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G, et al. Memory management strategies in CPU/GPU database systems: a survey[C]//International Conference: Beyond Databases, Architectures and Structures. Springer, Cham, 2018: 128-142.</a:t>
            </a:r>
          </a:p>
          <a:p>
            <a:pPr indent="-228600" hangingPunct="1">
              <a:lnSpc>
                <a:spcPct val="120000"/>
              </a:lnSpc>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1600" b="0" dirty="0" err="1" smtClean="0">
                <a:latin typeface="Times New Roman" panose="02020603050405020304" pitchFamily="18" charset="0"/>
                <a:ea typeface="微软雅黑" panose="020B0503020204020204" pitchFamily="34" charset="-122"/>
                <a:cs typeface="Times New Roman" panose="02020603050405020304" pitchFamily="18" charset="0"/>
              </a:rPr>
              <a:t>Luley</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R S,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Qiu</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Q. Effective utilization of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cuda</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hyper-q for improved power and performance efficiency[C]//2016 IEEE International Parallel and Distributed Processing Symposium Workshops (IPDPSW). IEEE, 2016: 1160-1169.</a:t>
            </a:r>
          </a:p>
          <a:p>
            <a:pPr indent="-228600" hangingPunct="1">
              <a:lnSpc>
                <a:spcPct val="120000"/>
              </a:lnSpc>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4] </a:t>
            </a:r>
            <a:r>
              <a:rPr lang="en-US" altLang="zh-CN" sz="1600" b="0" dirty="0" err="1" smtClean="0">
                <a:latin typeface="Times New Roman" panose="02020603050405020304" pitchFamily="18" charset="0"/>
                <a:ea typeface="微软雅黑" panose="020B0503020204020204" pitchFamily="34" charset="-122"/>
                <a:cs typeface="Times New Roman" panose="02020603050405020304" pitchFamily="18" charset="0"/>
              </a:rPr>
              <a:t>Pai</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S,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Thazhuthaveetil</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M J,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Govindarajan</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R. Improving GPGPU concurrency with elastic kernels[J]. ACM SIGARCH Computer Architecture News, 2013, 41(1): 407-418.</a:t>
            </a:r>
          </a:p>
          <a:p>
            <a:pPr indent="-228600" hangingPunct="1">
              <a:lnSpc>
                <a:spcPct val="120000"/>
              </a:lnSpc>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5] Li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T, Narayana V K, El-</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Ghazawi</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T. Symbiotic scheduling of concurrent GPU kernels for performance and energy optimizations[C]//Proceedings of the 11th ACM Conference on Computing Frontiers. 2014: 1-10.</a:t>
            </a:r>
          </a:p>
          <a:p>
            <a:pPr indent="-228600" hangingPunct="1">
              <a:lnSpc>
                <a:spcPct val="120000"/>
              </a:lnSpc>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0" dirty="0" smtClean="0">
                <a:latin typeface="Times New Roman" panose="02020603050405020304" pitchFamily="18" charset="0"/>
                <a:ea typeface="微软雅黑" panose="020B0503020204020204" pitchFamily="34" charset="-122"/>
                <a:cs typeface="Times New Roman" panose="02020603050405020304" pitchFamily="18" charset="0"/>
              </a:rPr>
              <a:t>6] Han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W, </a:t>
            </a:r>
            <a:r>
              <a:rPr lang="en-US" altLang="zh-CN" sz="1600" b="0" dirty="0" err="1">
                <a:latin typeface="Times New Roman" panose="02020603050405020304" pitchFamily="18" charset="0"/>
                <a:ea typeface="微软雅黑" panose="020B0503020204020204" pitchFamily="34" charset="-122"/>
                <a:cs typeface="Times New Roman" panose="02020603050405020304" pitchFamily="18" charset="0"/>
              </a:rPr>
              <a:t>Chwa</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H S, Bae H, et al. GPU-SAM: Leveraging multi-GPU split-and-merge execution for system-wide real-time support[J]. Journal of Systems and Software, 2016, 117: 1-14.</a:t>
            </a:r>
          </a:p>
        </p:txBody>
      </p:sp>
    </p:spTree>
    <p:extLst>
      <p:ext uri="{BB962C8B-B14F-4D97-AF65-F5344CB8AC3E}">
        <p14:creationId xmlns:p14="http://schemas.microsoft.com/office/powerpoint/2010/main" val="3632340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ChangeArrowheads="1"/>
          </p:cNvSpPr>
          <p:nvPr>
            <p:ph type="ctrTitle" sz="quarter" idx="4294967295"/>
          </p:nvPr>
        </p:nvSpPr>
        <p:spPr>
          <a:xfrm>
            <a:off x="702929" y="2444981"/>
            <a:ext cx="8261630" cy="1869743"/>
          </a:xfrm>
        </p:spPr>
        <p:txBody>
          <a:bodyPr anchor="b"/>
          <a:lstStyle/>
          <a:p>
            <a:pPr algn="ctr" eaLnBrk="1" hangingPunct="1">
              <a:lnSpc>
                <a:spcPct val="150000"/>
              </a:lnSpc>
              <a:defRPr/>
            </a:pPr>
            <a:r>
              <a:rPr lang="zh-CN" altLang="en-US" sz="44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谢谢！敬请</a:t>
            </a:r>
            <a:r>
              <a:rPr lang="zh-CN" altLang="en-US" sz="4400" b="1" dirty="0"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指导！</a:t>
            </a:r>
            <a:endParaRPr lang="zh-CN" altLang="en-US" sz="44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30474170"/>
      </p:ext>
    </p:extLst>
  </p:cSld>
  <p:clrMapOvr>
    <a:masterClrMapping/>
  </p:clrMapOvr>
  <p:transition spd="slow" advTm="6086"/>
  <p:timing>
    <p:tnLst>
      <p:par>
        <p:cTn id="1" dur="indefinite" restart="never" nodeType="tmRoot"/>
      </p:par>
    </p:tnLst>
  </p:timing>
</p:sld>
</file>

<file path=ppt/theme/theme1.xml><?xml version="1.0" encoding="utf-8"?>
<a:theme xmlns:a="http://schemas.openxmlformats.org/drawingml/2006/main" name="1_Office 主题">
  <a:themeElements>
    <a:clrScheme name="">
      <a:dk1>
        <a:srgbClr val="000000"/>
      </a:dk1>
      <a:lt1>
        <a:srgbClr val="FFFFFF"/>
      </a:lt1>
      <a:dk2>
        <a:srgbClr val="44546A"/>
      </a:dk2>
      <a:lt2>
        <a:srgbClr val="E7E6E6"/>
      </a:lt2>
      <a:accent1>
        <a:srgbClr val="0070C0"/>
      </a:accent1>
      <a:accent2>
        <a:srgbClr val="ED7D31"/>
      </a:accent2>
      <a:accent3>
        <a:srgbClr val="FFFFFF"/>
      </a:accent3>
      <a:accent4>
        <a:srgbClr val="000000"/>
      </a:accent4>
      <a:accent5>
        <a:srgbClr val="AABBDC"/>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2F2F2"/>
        </a:solidFill>
        <a:ln w="0">
          <a:solidFill>
            <a:srgbClr val="000000"/>
          </a:solidFill>
          <a:prstDash val="solid"/>
          <a:round/>
          <a:headEnd/>
          <a:tailEnd/>
        </a:ln>
      </a:spPr>
      <a:bodyPr vert="horz" wrap="square" lIns="91440" tIns="45720" rIns="91440" bIns="45720" numCol="1" anchor="t" anchorCtr="0" compatLnSpc="1">
        <a:prstTxWarp prst="textNoShape">
          <a:avLst/>
        </a:prstTxWarp>
      </a:bodyPr>
      <a:lstStyle>
        <a:defPPr>
          <a:defRPr sz="1800" dirty="0" smtClean="0">
            <a:latin typeface="等线" panose="02010600030101010101" pitchFamily="2" charset="-122"/>
            <a:ea typeface="等线"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35863</TotalTime>
  <Words>2765</Words>
  <Application>Microsoft Office PowerPoint</Application>
  <PresentationFormat>全屏显示(4:3)</PresentationFormat>
  <Paragraphs>210</Paragraphs>
  <Slides>19</Slides>
  <Notes>19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32" baseType="lpstr">
      <vt:lpstr>等线</vt:lpstr>
      <vt:lpstr>黑体</vt:lpstr>
      <vt:lpstr>华文细黑</vt:lpstr>
      <vt:lpstr>宋体</vt:lpstr>
      <vt:lpstr>微软雅黑</vt:lpstr>
      <vt:lpstr>Arial</vt:lpstr>
      <vt:lpstr>Calibri</vt:lpstr>
      <vt:lpstr>Calibri Light</vt:lpstr>
      <vt:lpstr>Times New Roman</vt:lpstr>
      <vt:lpstr>Verdana</vt:lpstr>
      <vt:lpstr>Wingdings</vt:lpstr>
      <vt:lpstr>1_Office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谢谢！敬请指导！</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BUAA Template</dc:title>
  <dc:subject>Presentation Template</dc:subject>
  <dc:creator>Xiaolm</dc:creator>
  <dc:description>Revised: April 1, 2008</dc:description>
  <cp:lastModifiedBy>常 佳辉</cp:lastModifiedBy>
  <cp:revision>6019</cp:revision>
  <cp:lastPrinted>2018-03-16T03:27:00Z</cp:lastPrinted>
  <dcterms:created xsi:type="dcterms:W3CDTF">2018-03-16T03:27:00Z</dcterms:created>
  <dcterms:modified xsi:type="dcterms:W3CDTF">2020-12-18T13:49:19Z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